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36478" y="2274290"/>
            <a:ext cx="3271042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33593" y="3100120"/>
            <a:ext cx="5652134" cy="720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36121"/>
            <a:ext cx="9144000" cy="10737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42420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117" y="1803895"/>
            <a:ext cx="7951762" cy="11980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42420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017325"/>
            <a:ext cx="9144000" cy="12617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64882" y="652908"/>
            <a:ext cx="3603625" cy="485140"/>
          </a:xfrm>
          <a:custGeom>
            <a:avLst/>
            <a:gdLst/>
            <a:ahLst/>
            <a:cxnLst/>
            <a:rect l="l" t="t" r="r" b="b"/>
            <a:pathLst>
              <a:path w="3603625" h="485140">
                <a:moveTo>
                  <a:pt x="0" y="80835"/>
                </a:moveTo>
                <a:lnTo>
                  <a:pt x="6394" y="49495"/>
                </a:lnTo>
                <a:lnTo>
                  <a:pt x="23789" y="23787"/>
                </a:lnTo>
                <a:lnTo>
                  <a:pt x="49498" y="6394"/>
                </a:lnTo>
                <a:lnTo>
                  <a:pt x="80838" y="0"/>
                </a:lnTo>
                <a:lnTo>
                  <a:pt x="3522497" y="0"/>
                </a:lnTo>
                <a:lnTo>
                  <a:pt x="3553837" y="6394"/>
                </a:lnTo>
                <a:lnTo>
                  <a:pt x="3579545" y="23787"/>
                </a:lnTo>
                <a:lnTo>
                  <a:pt x="3596938" y="49495"/>
                </a:lnTo>
                <a:lnTo>
                  <a:pt x="3603332" y="80835"/>
                </a:lnTo>
                <a:lnTo>
                  <a:pt x="3603332" y="404177"/>
                </a:lnTo>
                <a:lnTo>
                  <a:pt x="3596938" y="435519"/>
                </a:lnTo>
                <a:lnTo>
                  <a:pt x="3579545" y="461232"/>
                </a:lnTo>
                <a:lnTo>
                  <a:pt x="3553837" y="478629"/>
                </a:lnTo>
                <a:lnTo>
                  <a:pt x="3522497" y="485025"/>
                </a:lnTo>
                <a:lnTo>
                  <a:pt x="80838" y="485025"/>
                </a:lnTo>
                <a:lnTo>
                  <a:pt x="49498" y="478629"/>
                </a:lnTo>
                <a:lnTo>
                  <a:pt x="23789" y="461232"/>
                </a:lnTo>
                <a:lnTo>
                  <a:pt x="6394" y="435519"/>
                </a:lnTo>
                <a:lnTo>
                  <a:pt x="0" y="404177"/>
                </a:lnTo>
                <a:lnTo>
                  <a:pt x="0" y="80835"/>
                </a:lnTo>
                <a:close/>
              </a:path>
            </a:pathLst>
          </a:custGeom>
          <a:ln w="12699">
            <a:solidFill>
              <a:srgbClr val="1D62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036121"/>
            <a:ext cx="9144000" cy="10737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4242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9363" y="615528"/>
            <a:ext cx="2586205" cy="4238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1987" y="1263891"/>
            <a:ext cx="4634230" cy="29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mailto:borausha32@gmail.com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018" y="3060611"/>
            <a:ext cx="22332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400" b="1" spc="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400" b="1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b="1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400" b="1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b="1" spc="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400" b="1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400" b="1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b="1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400" b="1" spc="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400" b="1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b="1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39820" y="3060611"/>
            <a:ext cx="643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400" b="1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400" b="1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400" b="1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279" y="3581514"/>
            <a:ext cx="836930" cy="49339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dirty="0">
                <a:latin typeface="Arial"/>
                <a:cs typeface="Arial"/>
              </a:rPr>
              <a:t>Student </a:t>
            </a:r>
            <a:r>
              <a:rPr sz="1000" spc="-20" dirty="0">
                <a:latin typeface="Arial"/>
                <a:cs typeface="Arial"/>
              </a:rPr>
              <a:t>Name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200" b="1" dirty="0">
                <a:solidFill>
                  <a:srgbClr val="0D358D"/>
                </a:solidFill>
                <a:latin typeface="Arial"/>
                <a:cs typeface="Arial"/>
              </a:rPr>
              <a:t>Bora</a:t>
            </a:r>
            <a:r>
              <a:rPr sz="1200" b="1" spc="-30" dirty="0">
                <a:solidFill>
                  <a:srgbClr val="0D358D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D358D"/>
                </a:solidFill>
                <a:latin typeface="Arial"/>
                <a:cs typeface="Arial"/>
              </a:rPr>
              <a:t>Usha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808" y="3639908"/>
            <a:ext cx="395330" cy="3818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63392" y="3578697"/>
            <a:ext cx="1781810" cy="49403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dirty="0">
                <a:latin typeface="Arial"/>
                <a:cs typeface="Arial"/>
              </a:rPr>
              <a:t>Student </a:t>
            </a:r>
            <a:r>
              <a:rPr sz="1000" spc="-10" dirty="0">
                <a:latin typeface="Arial"/>
                <a:cs typeface="Arial"/>
              </a:rPr>
              <a:t>Email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200" b="1" spc="-10" dirty="0">
                <a:solidFill>
                  <a:srgbClr val="0D358D"/>
                </a:solidFill>
                <a:latin typeface="Arial"/>
                <a:cs typeface="Arial"/>
                <a:hlinkClick r:id="rId3"/>
              </a:rPr>
              <a:t>borausha32@gmail.com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47251" y="3631984"/>
            <a:ext cx="398278" cy="3897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759" y="4273562"/>
            <a:ext cx="1489710" cy="49339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dirty="0">
                <a:latin typeface="Arial"/>
                <a:cs typeface="Arial"/>
              </a:rPr>
              <a:t>Mentor </a:t>
            </a:r>
            <a:r>
              <a:rPr sz="1000" spc="-20" dirty="0">
                <a:latin typeface="Arial"/>
                <a:cs typeface="Arial"/>
              </a:rPr>
              <a:t>Name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200" b="1" dirty="0">
                <a:solidFill>
                  <a:srgbClr val="0D358D"/>
                </a:solidFill>
                <a:latin typeface="Arial"/>
                <a:cs typeface="Arial"/>
              </a:rPr>
              <a:t>MS.</a:t>
            </a:r>
            <a:r>
              <a:rPr sz="1200" b="1" spc="-15" dirty="0">
                <a:solidFill>
                  <a:srgbClr val="0D358D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D358D"/>
                </a:solidFill>
                <a:latin typeface="Arial"/>
                <a:cs typeface="Arial"/>
              </a:rPr>
              <a:t>Uma</a:t>
            </a:r>
            <a:r>
              <a:rPr sz="1200" b="1" spc="-10" dirty="0">
                <a:solidFill>
                  <a:srgbClr val="0D358D"/>
                </a:solidFill>
                <a:latin typeface="Arial"/>
                <a:cs typeface="Arial"/>
              </a:rPr>
              <a:t> Maheswari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3753" y="769747"/>
            <a:ext cx="8060055" cy="3958590"/>
            <a:chOff x="173753" y="769747"/>
            <a:chExt cx="8060055" cy="395859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7718" y="4346943"/>
              <a:ext cx="375814" cy="3810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7225" y="769747"/>
              <a:ext cx="795141" cy="25861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732" y="769747"/>
              <a:ext cx="891539" cy="2237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96825" y="1149121"/>
              <a:ext cx="1837055" cy="2430780"/>
            </a:xfrm>
            <a:custGeom>
              <a:avLst/>
              <a:gdLst/>
              <a:ahLst/>
              <a:cxnLst/>
              <a:rect l="l" t="t" r="r" b="b"/>
              <a:pathLst>
                <a:path w="1837054" h="2430779">
                  <a:moveTo>
                    <a:pt x="1646605" y="60198"/>
                  </a:moveTo>
                  <a:lnTo>
                    <a:pt x="1554861" y="0"/>
                  </a:lnTo>
                  <a:lnTo>
                    <a:pt x="0" y="2370137"/>
                  </a:lnTo>
                  <a:lnTo>
                    <a:pt x="91744" y="2430322"/>
                  </a:lnTo>
                  <a:lnTo>
                    <a:pt x="1646605" y="60198"/>
                  </a:lnTo>
                  <a:close/>
                </a:path>
                <a:path w="1837054" h="2430779">
                  <a:moveTo>
                    <a:pt x="1706943" y="317398"/>
                  </a:moveTo>
                  <a:lnTo>
                    <a:pt x="1615198" y="257213"/>
                  </a:lnTo>
                  <a:lnTo>
                    <a:pt x="260972" y="2321509"/>
                  </a:lnTo>
                  <a:lnTo>
                    <a:pt x="352717" y="2381707"/>
                  </a:lnTo>
                  <a:lnTo>
                    <a:pt x="1706943" y="317398"/>
                  </a:lnTo>
                  <a:close/>
                </a:path>
                <a:path w="1837054" h="2430779">
                  <a:moveTo>
                    <a:pt x="1759521" y="585279"/>
                  </a:moveTo>
                  <a:lnTo>
                    <a:pt x="1667776" y="525094"/>
                  </a:lnTo>
                  <a:lnTo>
                    <a:pt x="514172" y="2283574"/>
                  </a:lnTo>
                  <a:lnTo>
                    <a:pt x="605917" y="2343759"/>
                  </a:lnTo>
                  <a:lnTo>
                    <a:pt x="1759521" y="585279"/>
                  </a:lnTo>
                  <a:close/>
                </a:path>
                <a:path w="1837054" h="2430779">
                  <a:moveTo>
                    <a:pt x="1836928" y="805497"/>
                  </a:moveTo>
                  <a:lnTo>
                    <a:pt x="1739709" y="741718"/>
                  </a:lnTo>
                  <a:lnTo>
                    <a:pt x="712863" y="2306993"/>
                  </a:lnTo>
                  <a:lnTo>
                    <a:pt x="810082" y="2370772"/>
                  </a:lnTo>
                  <a:lnTo>
                    <a:pt x="1836928" y="805497"/>
                  </a:lnTo>
                  <a:close/>
                </a:path>
              </a:pathLst>
            </a:custGeom>
            <a:solidFill>
              <a:srgbClr val="4FC3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3753" y="1046556"/>
              <a:ext cx="3854246" cy="18495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582" y="1956003"/>
            <a:ext cx="6385560" cy="836294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4"/>
              </a:spcBef>
            </a:pPr>
            <a:r>
              <a:rPr sz="2800" dirty="0">
                <a:solidFill>
                  <a:srgbClr val="212A35"/>
                </a:solidFill>
              </a:rPr>
              <a:t>Unlocking</a:t>
            </a:r>
            <a:r>
              <a:rPr sz="2800" spc="-90" dirty="0">
                <a:solidFill>
                  <a:srgbClr val="212A35"/>
                </a:solidFill>
              </a:rPr>
              <a:t> </a:t>
            </a:r>
            <a:r>
              <a:rPr sz="2800" dirty="0">
                <a:solidFill>
                  <a:srgbClr val="212A35"/>
                </a:solidFill>
              </a:rPr>
              <a:t>Sales</a:t>
            </a:r>
            <a:r>
              <a:rPr sz="2800" spc="-85" dirty="0">
                <a:solidFill>
                  <a:srgbClr val="212A35"/>
                </a:solidFill>
              </a:rPr>
              <a:t> </a:t>
            </a:r>
            <a:r>
              <a:rPr sz="2800" dirty="0">
                <a:solidFill>
                  <a:srgbClr val="212A35"/>
                </a:solidFill>
              </a:rPr>
              <a:t>Insights</a:t>
            </a:r>
            <a:r>
              <a:rPr sz="2800" spc="-90" dirty="0">
                <a:solidFill>
                  <a:srgbClr val="212A35"/>
                </a:solidFill>
              </a:rPr>
              <a:t> </a:t>
            </a:r>
            <a:r>
              <a:rPr sz="2800" dirty="0">
                <a:solidFill>
                  <a:srgbClr val="212A35"/>
                </a:solidFill>
              </a:rPr>
              <a:t>for</a:t>
            </a:r>
            <a:r>
              <a:rPr sz="2800" spc="-85" dirty="0">
                <a:solidFill>
                  <a:srgbClr val="212A35"/>
                </a:solidFill>
              </a:rPr>
              <a:t> </a:t>
            </a:r>
            <a:r>
              <a:rPr sz="2800" spc="-10" dirty="0">
                <a:solidFill>
                  <a:srgbClr val="212A35"/>
                </a:solidFill>
              </a:rPr>
              <a:t>Revenue Growth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090" y="659201"/>
            <a:ext cx="900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978" y="1007183"/>
            <a:ext cx="3035935" cy="303276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0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"/>
                <a:cs typeface="Arial"/>
              </a:rPr>
              <a:t>Abstract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Project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"/>
                <a:cs typeface="Arial"/>
              </a:rPr>
              <a:t>Problem </a:t>
            </a:r>
            <a:r>
              <a:rPr sz="1800" spc="-10" dirty="0">
                <a:latin typeface="Arial"/>
                <a:cs typeface="Arial"/>
              </a:rPr>
              <a:t>Statement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"/>
                <a:cs typeface="Arial"/>
              </a:rPr>
              <a:t>Proposed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Solution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"/>
                <a:cs typeface="Arial"/>
              </a:rPr>
              <a:t>System</a:t>
            </a:r>
            <a:r>
              <a:rPr sz="1800" spc="-10" dirty="0">
                <a:latin typeface="Arial"/>
                <a:cs typeface="Arial"/>
              </a:rPr>
              <a:t> Architecture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"/>
                <a:cs typeface="Arial"/>
              </a:rPr>
              <a:t>Live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Demo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Project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"/>
                <a:cs typeface="Arial"/>
              </a:rPr>
              <a:t>Embedded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Video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Project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sz="1800" spc="-10" dirty="0"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"/>
                <a:cs typeface="Arial"/>
              </a:rPr>
              <a:t>Future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Scope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7565" y="1104625"/>
            <a:ext cx="2594487" cy="31635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044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9079" y="1246046"/>
            <a:ext cx="5002530" cy="2465070"/>
            <a:chOff x="259079" y="1246046"/>
            <a:chExt cx="5002530" cy="24650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79" y="1246046"/>
              <a:ext cx="5002352" cy="12121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079" y="2498483"/>
              <a:ext cx="5002352" cy="121211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58890" y="1326629"/>
            <a:ext cx="4784725" cy="22593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aims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uncover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meaningful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help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improve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revenue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growth.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Organizations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often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collect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amounts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fail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effectively.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project,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raw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cleaned,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processed,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analyzed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Microsoft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Excel.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400">
              <a:latin typeface="Calibri"/>
              <a:cs typeface="Calibri"/>
            </a:endParaRPr>
          </a:p>
          <a:p>
            <a:pPr marL="12700" marR="111125">
              <a:lnSpc>
                <a:spcPts val="151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techniques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pivot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tables,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charts,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dashboards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visualize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trends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patterns.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focuses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identifying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top-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performing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products,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regional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distribution,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monthly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trends.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interactive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dashboard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helps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better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decision-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making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strategic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planning.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4466" y="1082800"/>
            <a:ext cx="3070453" cy="29978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8889" y="873760"/>
            <a:ext cx="8716645" cy="3947795"/>
            <a:chOff x="118889" y="873760"/>
            <a:chExt cx="8716645" cy="39477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88153" y="873760"/>
              <a:ext cx="3947236" cy="39472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89" y="1277366"/>
              <a:ext cx="4775606" cy="11509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889" y="2440343"/>
              <a:ext cx="4775606" cy="115093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3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7013" y="1351292"/>
            <a:ext cx="4570730" cy="20999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280"/>
              </a:spcBef>
            </a:pP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Organizations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today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generate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significant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data; however,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much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remains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underutilized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lack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proper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techniques.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result,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important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patterns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and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trends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often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unnoticed,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leading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inefficient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strategies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missed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opportunities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growth.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300">
              <a:latin typeface="Calibri"/>
              <a:cs typeface="Calibri"/>
            </a:endParaRPr>
          </a:p>
          <a:p>
            <a:pPr marL="12700" marR="140335">
              <a:lnSpc>
                <a:spcPts val="1400"/>
              </a:lnSpc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strong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structured,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data-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driven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approach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transform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raw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meaningful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insights.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effectively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analyzing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data,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businesses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improve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decision-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making,</a:t>
            </a:r>
            <a:r>
              <a:rPr sz="1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1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gaps,</a:t>
            </a:r>
            <a:r>
              <a:rPr sz="1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enhance</a:t>
            </a:r>
            <a:r>
              <a:rPr sz="1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overall operational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efficiency.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0288" y="725531"/>
            <a:ext cx="4903711" cy="42031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086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9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3059" y="1075856"/>
            <a:ext cx="4539615" cy="392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address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problem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underutilized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sales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data,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adopts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data-</a:t>
            </a:r>
            <a:r>
              <a:rPr sz="1600" dirty="0">
                <a:latin typeface="Calibri"/>
                <a:cs typeface="Calibri"/>
              </a:rPr>
              <a:t>driven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approach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using </a:t>
            </a:r>
            <a:r>
              <a:rPr sz="1600" dirty="0">
                <a:latin typeface="Calibri"/>
                <a:cs typeface="Calibri"/>
              </a:rPr>
              <a:t>Microsoft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Excel.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solution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begins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collecting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cleaning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dataset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ensure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25" dirty="0">
                <a:latin typeface="Calibri"/>
                <a:cs typeface="Calibri"/>
              </a:rPr>
              <a:t> is </a:t>
            </a:r>
            <a:r>
              <a:rPr sz="1600" dirty="0">
                <a:latin typeface="Calibri"/>
                <a:cs typeface="Calibri"/>
              </a:rPr>
              <a:t>accurate,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consistent,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ready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analysis.</a:t>
            </a:r>
            <a:endParaRPr sz="1600">
              <a:latin typeface="Calibri"/>
              <a:cs typeface="Calibri"/>
            </a:endParaRPr>
          </a:p>
          <a:p>
            <a:pPr marL="12700" marR="19177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After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preprocessing,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pivot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tables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analyze </a:t>
            </a:r>
            <a:r>
              <a:rPr sz="1600" dirty="0">
                <a:latin typeface="Calibri"/>
                <a:cs typeface="Calibri"/>
              </a:rPr>
              <a:t>important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aspects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sales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category,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region,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Charts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graphs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created</a:t>
            </a:r>
            <a:r>
              <a:rPr sz="1600" spc="-25" dirty="0">
                <a:latin typeface="Calibri"/>
                <a:cs typeface="Calibri"/>
              </a:rPr>
              <a:t> to </a:t>
            </a:r>
            <a:r>
              <a:rPr sz="1600" dirty="0">
                <a:latin typeface="Calibri"/>
                <a:cs typeface="Calibri"/>
              </a:rPr>
              <a:t>visually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represent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trends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patterns,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making</a:t>
            </a:r>
            <a:r>
              <a:rPr sz="1600" spc="-25" dirty="0">
                <a:latin typeface="Calibri"/>
                <a:cs typeface="Calibri"/>
              </a:rPr>
              <a:t> the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easier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understand.</a:t>
            </a:r>
            <a:endParaRPr sz="1600">
              <a:latin typeface="Calibri"/>
              <a:cs typeface="Calibri"/>
            </a:endParaRPr>
          </a:p>
          <a:p>
            <a:pPr marL="12700" marR="22987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Finally,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interactive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dashboard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developed</a:t>
            </a:r>
            <a:r>
              <a:rPr sz="1600" spc="-20" dirty="0">
                <a:latin typeface="Calibri"/>
                <a:cs typeface="Calibri"/>
              </a:rPr>
              <a:t> that </a:t>
            </a:r>
            <a:r>
              <a:rPr sz="1600" dirty="0">
                <a:latin typeface="Calibri"/>
                <a:cs typeface="Calibri"/>
              </a:rPr>
              <a:t>combines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performance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indicators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(KPIs),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charts,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slicers.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dashboard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allows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</a:t>
            </a:r>
            <a:r>
              <a:rPr sz="1600" spc="-25" dirty="0">
                <a:latin typeface="Calibri"/>
                <a:cs typeface="Calibri"/>
              </a:rPr>
              <a:t> and </a:t>
            </a:r>
            <a:r>
              <a:rPr sz="1600" dirty="0">
                <a:latin typeface="Calibri"/>
                <a:cs typeface="Calibri"/>
              </a:rPr>
              <a:t>explore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dynamically,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helping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identifying </a:t>
            </a:r>
            <a:r>
              <a:rPr sz="1600" dirty="0">
                <a:latin typeface="Calibri"/>
                <a:cs typeface="Calibri"/>
              </a:rPr>
              <a:t>insights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supporting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better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business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decision- making.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3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4167327" y="1243200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39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5408" y="1243200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6540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sz="1600" b="1" dirty="0">
                <a:latin typeface="Arial"/>
                <a:cs typeface="Arial"/>
              </a:rPr>
              <a:t>Data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Input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/</a:t>
            </a:r>
            <a:r>
              <a:rPr sz="1600" b="1" spc="-10" dirty="0">
                <a:latin typeface="Arial"/>
                <a:cs typeface="Arial"/>
              </a:rPr>
              <a:t> Source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148" y="1679511"/>
            <a:ext cx="361822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secondary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sales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dataset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containing </a:t>
            </a:r>
            <a:r>
              <a:rPr sz="1200" dirty="0">
                <a:latin typeface="Calibri"/>
                <a:cs typeface="Calibri"/>
              </a:rPr>
              <a:t>detailed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information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order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date,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product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name, </a:t>
            </a:r>
            <a:r>
              <a:rPr sz="1200" dirty="0">
                <a:latin typeface="Calibri"/>
                <a:cs typeface="Calibri"/>
              </a:rPr>
              <a:t>category,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region,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customer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details,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sales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amount.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This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foundation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analysis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helps</a:t>
            </a:r>
            <a:r>
              <a:rPr sz="1200" spc="-25" dirty="0">
                <a:latin typeface="Calibri"/>
                <a:cs typeface="Calibri"/>
              </a:rPr>
              <a:t> in </a:t>
            </a:r>
            <a:r>
              <a:rPr sz="1200" dirty="0">
                <a:latin typeface="Calibri"/>
                <a:cs typeface="Calibri"/>
              </a:rPr>
              <a:t>understanding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business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performance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across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different dimensions.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602167" y="1243200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40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70247" y="1243200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6540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sz="1600" b="1" dirty="0">
                <a:latin typeface="Arial"/>
                <a:cs typeface="Arial"/>
              </a:rPr>
              <a:t>Processing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/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48987" y="1679511"/>
            <a:ext cx="39287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raw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first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cleaned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handling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missing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values, </a:t>
            </a:r>
            <a:r>
              <a:rPr sz="1200" dirty="0">
                <a:latin typeface="Calibri"/>
                <a:cs typeface="Calibri"/>
              </a:rPr>
              <a:t>removing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duplicates,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formatting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fields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dates. </a:t>
            </a:r>
            <a:r>
              <a:rPr sz="1200" dirty="0">
                <a:latin typeface="Calibri"/>
                <a:cs typeface="Calibri"/>
              </a:rPr>
              <a:t>Additional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columns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Month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Year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created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support time-</a:t>
            </a:r>
            <a:r>
              <a:rPr sz="1200" dirty="0">
                <a:latin typeface="Calibri"/>
                <a:cs typeface="Calibri"/>
              </a:rPr>
              <a:t>based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analysis.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Pivot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tables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analyze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sales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category,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region,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identify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patterns</a:t>
            </a:r>
            <a:r>
              <a:rPr sz="1200" spc="-25" dirty="0">
                <a:latin typeface="Calibri"/>
                <a:cs typeface="Calibri"/>
              </a:rPr>
              <a:t> and </a:t>
            </a:r>
            <a:r>
              <a:rPr sz="1200" spc="-10" dirty="0">
                <a:latin typeface="Calibri"/>
                <a:cs typeface="Calibri"/>
              </a:rPr>
              <a:t>trends.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67327" y="2969856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39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5408" y="2969856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6540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sz="1600" b="1" dirty="0">
                <a:latin typeface="Arial"/>
                <a:cs typeface="Arial"/>
              </a:rPr>
              <a:t>AI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/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Tool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Integration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4148" y="3457905"/>
            <a:ext cx="38614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Microsoft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Excel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primary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tool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processing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visualization.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pivot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tables,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charts,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slicers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utilized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perform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analysis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create</a:t>
            </a:r>
            <a:r>
              <a:rPr sz="1200" spc="-25" dirty="0">
                <a:latin typeface="Calibri"/>
                <a:cs typeface="Calibri"/>
              </a:rPr>
              <a:t> an </a:t>
            </a:r>
            <a:r>
              <a:rPr sz="1200" dirty="0">
                <a:latin typeface="Calibri"/>
                <a:cs typeface="Calibri"/>
              </a:rPr>
              <a:t>interactive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dashboard.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These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tools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transforming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raw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meaningful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insights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efficiently.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602167" y="2969856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40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70247" y="2969856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6540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sz="1600" b="1" dirty="0">
                <a:latin typeface="Arial"/>
                <a:cs typeface="Arial"/>
              </a:rPr>
              <a:t>Output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/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Dashboard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48987" y="3457905"/>
            <a:ext cx="37903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final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output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interactive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dashboard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displays</a:t>
            </a:r>
            <a:r>
              <a:rPr sz="1200" spc="-25" dirty="0">
                <a:latin typeface="Calibri"/>
                <a:cs typeface="Calibri"/>
              </a:rPr>
              <a:t> key </a:t>
            </a:r>
            <a:r>
              <a:rPr sz="1200" dirty="0">
                <a:latin typeface="Calibri"/>
                <a:cs typeface="Calibri"/>
              </a:rPr>
              <a:t>performance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indicators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(KPIs),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charts,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filters.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dashboard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explore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dynamically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gain </a:t>
            </a:r>
            <a:r>
              <a:rPr sz="1200" dirty="0">
                <a:latin typeface="Calibri"/>
                <a:cs typeface="Calibri"/>
              </a:rPr>
              <a:t>insights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sales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trends,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product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performance,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regional </a:t>
            </a:r>
            <a:r>
              <a:rPr sz="1200" dirty="0">
                <a:latin typeface="Calibri"/>
                <a:cs typeface="Calibri"/>
              </a:rPr>
              <a:t>distribution,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supporting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better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decision-making.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Live</a:t>
            </a:r>
            <a:r>
              <a:rPr spc="-40" dirty="0"/>
              <a:t> </a:t>
            </a:r>
            <a:r>
              <a:rPr dirty="0"/>
              <a:t>Demo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226" y="1111159"/>
            <a:ext cx="525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Here's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demo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features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project: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1029" y="1629181"/>
            <a:ext cx="2801620" cy="3253104"/>
            <a:chOff x="241029" y="1629181"/>
            <a:chExt cx="2801620" cy="3253104"/>
          </a:xfrm>
        </p:grpSpPr>
        <p:sp>
          <p:nvSpPr>
            <p:cNvPr id="5" name="object 5"/>
            <p:cNvSpPr/>
            <p:nvPr/>
          </p:nvSpPr>
          <p:spPr>
            <a:xfrm>
              <a:off x="978407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7125" y="1735"/>
                  </a:lnTo>
                  <a:lnTo>
                    <a:pt x="589327" y="6862"/>
                  </a:lnTo>
                  <a:lnTo>
                    <a:pt x="542524" y="15261"/>
                  </a:lnTo>
                  <a:lnTo>
                    <a:pt x="496836" y="26812"/>
                  </a:lnTo>
                  <a:lnTo>
                    <a:pt x="452383" y="41394"/>
                  </a:lnTo>
                  <a:lnTo>
                    <a:pt x="409285" y="58889"/>
                  </a:lnTo>
                  <a:lnTo>
                    <a:pt x="367662" y="79177"/>
                  </a:lnTo>
                  <a:lnTo>
                    <a:pt x="327633" y="102137"/>
                  </a:lnTo>
                  <a:lnTo>
                    <a:pt x="289318" y="127650"/>
                  </a:lnTo>
                  <a:lnTo>
                    <a:pt x="252838" y="155596"/>
                  </a:lnTo>
                  <a:lnTo>
                    <a:pt x="218311" y="185855"/>
                  </a:lnTo>
                  <a:lnTo>
                    <a:pt x="185858" y="218308"/>
                  </a:lnTo>
                  <a:lnTo>
                    <a:pt x="155598" y="252835"/>
                  </a:lnTo>
                  <a:lnTo>
                    <a:pt x="127652" y="289315"/>
                  </a:lnTo>
                  <a:lnTo>
                    <a:pt x="102138" y="327630"/>
                  </a:lnTo>
                  <a:lnTo>
                    <a:pt x="79178" y="367659"/>
                  </a:lnTo>
                  <a:lnTo>
                    <a:pt x="58890" y="409282"/>
                  </a:lnTo>
                  <a:lnTo>
                    <a:pt x="41395" y="452381"/>
                  </a:lnTo>
                  <a:lnTo>
                    <a:pt x="26812" y="496834"/>
                  </a:lnTo>
                  <a:lnTo>
                    <a:pt x="15261" y="542522"/>
                  </a:lnTo>
                  <a:lnTo>
                    <a:pt x="6862" y="589326"/>
                  </a:lnTo>
                  <a:lnTo>
                    <a:pt x="1735" y="637125"/>
                  </a:lnTo>
                  <a:lnTo>
                    <a:pt x="0" y="685800"/>
                  </a:lnTo>
                  <a:lnTo>
                    <a:pt x="1735" y="734474"/>
                  </a:lnTo>
                  <a:lnTo>
                    <a:pt x="6862" y="782273"/>
                  </a:lnTo>
                  <a:lnTo>
                    <a:pt x="15261" y="829077"/>
                  </a:lnTo>
                  <a:lnTo>
                    <a:pt x="26812" y="874765"/>
                  </a:lnTo>
                  <a:lnTo>
                    <a:pt x="41395" y="919218"/>
                  </a:lnTo>
                  <a:lnTo>
                    <a:pt x="58890" y="962317"/>
                  </a:lnTo>
                  <a:lnTo>
                    <a:pt x="79178" y="1003940"/>
                  </a:lnTo>
                  <a:lnTo>
                    <a:pt x="102138" y="1043969"/>
                  </a:lnTo>
                  <a:lnTo>
                    <a:pt x="127652" y="1082284"/>
                  </a:lnTo>
                  <a:lnTo>
                    <a:pt x="155598" y="1118764"/>
                  </a:lnTo>
                  <a:lnTo>
                    <a:pt x="185858" y="1153291"/>
                  </a:lnTo>
                  <a:lnTo>
                    <a:pt x="218311" y="1185744"/>
                  </a:lnTo>
                  <a:lnTo>
                    <a:pt x="252838" y="1216003"/>
                  </a:lnTo>
                  <a:lnTo>
                    <a:pt x="289318" y="1243949"/>
                  </a:lnTo>
                  <a:lnTo>
                    <a:pt x="327633" y="1269462"/>
                  </a:lnTo>
                  <a:lnTo>
                    <a:pt x="367662" y="1292422"/>
                  </a:lnTo>
                  <a:lnTo>
                    <a:pt x="409285" y="1312710"/>
                  </a:lnTo>
                  <a:lnTo>
                    <a:pt x="452383" y="1330205"/>
                  </a:lnTo>
                  <a:lnTo>
                    <a:pt x="496836" y="1344787"/>
                  </a:lnTo>
                  <a:lnTo>
                    <a:pt x="542524" y="1356338"/>
                  </a:lnTo>
                  <a:lnTo>
                    <a:pt x="589327" y="1364737"/>
                  </a:lnTo>
                  <a:lnTo>
                    <a:pt x="637125" y="1369864"/>
                  </a:lnTo>
                  <a:lnTo>
                    <a:pt x="685800" y="1371600"/>
                  </a:lnTo>
                  <a:lnTo>
                    <a:pt x="734474" y="1369864"/>
                  </a:lnTo>
                  <a:lnTo>
                    <a:pt x="782272" y="1364737"/>
                  </a:lnTo>
                  <a:lnTo>
                    <a:pt x="829075" y="1356338"/>
                  </a:lnTo>
                  <a:lnTo>
                    <a:pt x="874763" y="1344787"/>
                  </a:lnTo>
                  <a:lnTo>
                    <a:pt x="919216" y="1330205"/>
                  </a:lnTo>
                  <a:lnTo>
                    <a:pt x="962314" y="1312710"/>
                  </a:lnTo>
                  <a:lnTo>
                    <a:pt x="1003937" y="1292422"/>
                  </a:lnTo>
                  <a:lnTo>
                    <a:pt x="1043966" y="1269462"/>
                  </a:lnTo>
                  <a:lnTo>
                    <a:pt x="1082281" y="1243949"/>
                  </a:lnTo>
                  <a:lnTo>
                    <a:pt x="1118761" y="1216003"/>
                  </a:lnTo>
                  <a:lnTo>
                    <a:pt x="1153288" y="1185744"/>
                  </a:lnTo>
                  <a:lnTo>
                    <a:pt x="1185741" y="1153291"/>
                  </a:lnTo>
                  <a:lnTo>
                    <a:pt x="1216001" y="1118764"/>
                  </a:lnTo>
                  <a:lnTo>
                    <a:pt x="1243947" y="1082284"/>
                  </a:lnTo>
                  <a:lnTo>
                    <a:pt x="1269461" y="1043969"/>
                  </a:lnTo>
                  <a:lnTo>
                    <a:pt x="1292421" y="1003940"/>
                  </a:lnTo>
                  <a:lnTo>
                    <a:pt x="1312709" y="962317"/>
                  </a:lnTo>
                  <a:lnTo>
                    <a:pt x="1330204" y="919218"/>
                  </a:lnTo>
                  <a:lnTo>
                    <a:pt x="1344787" y="874765"/>
                  </a:lnTo>
                  <a:lnTo>
                    <a:pt x="1356338" y="829077"/>
                  </a:lnTo>
                  <a:lnTo>
                    <a:pt x="1364737" y="782273"/>
                  </a:lnTo>
                  <a:lnTo>
                    <a:pt x="1369864" y="734474"/>
                  </a:lnTo>
                  <a:lnTo>
                    <a:pt x="1371600" y="685800"/>
                  </a:lnTo>
                  <a:lnTo>
                    <a:pt x="1369864" y="637125"/>
                  </a:lnTo>
                  <a:lnTo>
                    <a:pt x="1364737" y="589326"/>
                  </a:lnTo>
                  <a:lnTo>
                    <a:pt x="1356338" y="542522"/>
                  </a:lnTo>
                  <a:lnTo>
                    <a:pt x="1344787" y="496834"/>
                  </a:lnTo>
                  <a:lnTo>
                    <a:pt x="1330204" y="452381"/>
                  </a:lnTo>
                  <a:lnTo>
                    <a:pt x="1312709" y="409282"/>
                  </a:lnTo>
                  <a:lnTo>
                    <a:pt x="1292421" y="367659"/>
                  </a:lnTo>
                  <a:lnTo>
                    <a:pt x="1269461" y="327630"/>
                  </a:lnTo>
                  <a:lnTo>
                    <a:pt x="1243947" y="289315"/>
                  </a:lnTo>
                  <a:lnTo>
                    <a:pt x="1216001" y="252835"/>
                  </a:lnTo>
                  <a:lnTo>
                    <a:pt x="1185741" y="218308"/>
                  </a:lnTo>
                  <a:lnTo>
                    <a:pt x="1153288" y="185855"/>
                  </a:lnTo>
                  <a:lnTo>
                    <a:pt x="1118761" y="155596"/>
                  </a:lnTo>
                  <a:lnTo>
                    <a:pt x="1082281" y="127650"/>
                  </a:lnTo>
                  <a:lnTo>
                    <a:pt x="1043966" y="102137"/>
                  </a:lnTo>
                  <a:lnTo>
                    <a:pt x="1003937" y="79177"/>
                  </a:lnTo>
                  <a:lnTo>
                    <a:pt x="962314" y="58889"/>
                  </a:lnTo>
                  <a:lnTo>
                    <a:pt x="919216" y="41394"/>
                  </a:lnTo>
                  <a:lnTo>
                    <a:pt x="874763" y="26812"/>
                  </a:lnTo>
                  <a:lnTo>
                    <a:pt x="829075" y="15261"/>
                  </a:lnTo>
                  <a:lnTo>
                    <a:pt x="782272" y="6862"/>
                  </a:lnTo>
                  <a:lnTo>
                    <a:pt x="734474" y="173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14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7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35" y="637125"/>
                  </a:lnTo>
                  <a:lnTo>
                    <a:pt x="6862" y="589326"/>
                  </a:lnTo>
                  <a:lnTo>
                    <a:pt x="15261" y="542522"/>
                  </a:lnTo>
                  <a:lnTo>
                    <a:pt x="26812" y="496834"/>
                  </a:lnTo>
                  <a:lnTo>
                    <a:pt x="41395" y="452381"/>
                  </a:lnTo>
                  <a:lnTo>
                    <a:pt x="58890" y="409282"/>
                  </a:lnTo>
                  <a:lnTo>
                    <a:pt x="79178" y="367659"/>
                  </a:lnTo>
                  <a:lnTo>
                    <a:pt x="102138" y="327630"/>
                  </a:lnTo>
                  <a:lnTo>
                    <a:pt x="127652" y="289315"/>
                  </a:lnTo>
                  <a:lnTo>
                    <a:pt x="155598" y="252835"/>
                  </a:lnTo>
                  <a:lnTo>
                    <a:pt x="185858" y="218308"/>
                  </a:lnTo>
                  <a:lnTo>
                    <a:pt x="218311" y="185855"/>
                  </a:lnTo>
                  <a:lnTo>
                    <a:pt x="252838" y="155596"/>
                  </a:lnTo>
                  <a:lnTo>
                    <a:pt x="289318" y="127650"/>
                  </a:lnTo>
                  <a:lnTo>
                    <a:pt x="327633" y="102137"/>
                  </a:lnTo>
                  <a:lnTo>
                    <a:pt x="367662" y="79177"/>
                  </a:lnTo>
                  <a:lnTo>
                    <a:pt x="409285" y="58889"/>
                  </a:lnTo>
                  <a:lnTo>
                    <a:pt x="452383" y="41394"/>
                  </a:lnTo>
                  <a:lnTo>
                    <a:pt x="496836" y="26812"/>
                  </a:lnTo>
                  <a:lnTo>
                    <a:pt x="542524" y="15261"/>
                  </a:lnTo>
                  <a:lnTo>
                    <a:pt x="589327" y="6862"/>
                  </a:lnTo>
                  <a:lnTo>
                    <a:pt x="637125" y="1735"/>
                  </a:lnTo>
                  <a:lnTo>
                    <a:pt x="685800" y="0"/>
                  </a:lnTo>
                  <a:lnTo>
                    <a:pt x="734474" y="1735"/>
                  </a:lnTo>
                  <a:lnTo>
                    <a:pt x="782272" y="6862"/>
                  </a:lnTo>
                  <a:lnTo>
                    <a:pt x="829075" y="15261"/>
                  </a:lnTo>
                  <a:lnTo>
                    <a:pt x="874763" y="26812"/>
                  </a:lnTo>
                  <a:lnTo>
                    <a:pt x="919216" y="41394"/>
                  </a:lnTo>
                  <a:lnTo>
                    <a:pt x="962314" y="58889"/>
                  </a:lnTo>
                  <a:lnTo>
                    <a:pt x="1003937" y="79177"/>
                  </a:lnTo>
                  <a:lnTo>
                    <a:pt x="1043966" y="102137"/>
                  </a:lnTo>
                  <a:lnTo>
                    <a:pt x="1082281" y="127650"/>
                  </a:lnTo>
                  <a:lnTo>
                    <a:pt x="1118761" y="155596"/>
                  </a:lnTo>
                  <a:lnTo>
                    <a:pt x="1153288" y="185855"/>
                  </a:lnTo>
                  <a:lnTo>
                    <a:pt x="1185741" y="218308"/>
                  </a:lnTo>
                  <a:lnTo>
                    <a:pt x="1216001" y="252835"/>
                  </a:lnTo>
                  <a:lnTo>
                    <a:pt x="1243947" y="289315"/>
                  </a:lnTo>
                  <a:lnTo>
                    <a:pt x="1269461" y="327630"/>
                  </a:lnTo>
                  <a:lnTo>
                    <a:pt x="1292421" y="367659"/>
                  </a:lnTo>
                  <a:lnTo>
                    <a:pt x="1312709" y="409282"/>
                  </a:lnTo>
                  <a:lnTo>
                    <a:pt x="1330204" y="452381"/>
                  </a:lnTo>
                  <a:lnTo>
                    <a:pt x="1344787" y="496834"/>
                  </a:lnTo>
                  <a:lnTo>
                    <a:pt x="1356338" y="542522"/>
                  </a:lnTo>
                  <a:lnTo>
                    <a:pt x="1364737" y="589326"/>
                  </a:lnTo>
                  <a:lnTo>
                    <a:pt x="1369864" y="637125"/>
                  </a:lnTo>
                  <a:lnTo>
                    <a:pt x="1371600" y="685800"/>
                  </a:lnTo>
                  <a:lnTo>
                    <a:pt x="1369864" y="734474"/>
                  </a:lnTo>
                  <a:lnTo>
                    <a:pt x="1364737" y="782273"/>
                  </a:lnTo>
                  <a:lnTo>
                    <a:pt x="1356338" y="829077"/>
                  </a:lnTo>
                  <a:lnTo>
                    <a:pt x="1344787" y="874765"/>
                  </a:lnTo>
                  <a:lnTo>
                    <a:pt x="1330204" y="919218"/>
                  </a:lnTo>
                  <a:lnTo>
                    <a:pt x="1312709" y="962317"/>
                  </a:lnTo>
                  <a:lnTo>
                    <a:pt x="1292421" y="1003940"/>
                  </a:lnTo>
                  <a:lnTo>
                    <a:pt x="1269461" y="1043969"/>
                  </a:lnTo>
                  <a:lnTo>
                    <a:pt x="1243947" y="1082284"/>
                  </a:lnTo>
                  <a:lnTo>
                    <a:pt x="1216001" y="1118764"/>
                  </a:lnTo>
                  <a:lnTo>
                    <a:pt x="1185741" y="1153291"/>
                  </a:lnTo>
                  <a:lnTo>
                    <a:pt x="1153288" y="1185744"/>
                  </a:lnTo>
                  <a:lnTo>
                    <a:pt x="1118761" y="1216003"/>
                  </a:lnTo>
                  <a:lnTo>
                    <a:pt x="1082281" y="1243949"/>
                  </a:lnTo>
                  <a:lnTo>
                    <a:pt x="1043966" y="1269462"/>
                  </a:lnTo>
                  <a:lnTo>
                    <a:pt x="1003937" y="1292422"/>
                  </a:lnTo>
                  <a:lnTo>
                    <a:pt x="962314" y="1312710"/>
                  </a:lnTo>
                  <a:lnTo>
                    <a:pt x="919216" y="1330205"/>
                  </a:lnTo>
                  <a:lnTo>
                    <a:pt x="874763" y="1344787"/>
                  </a:lnTo>
                  <a:lnTo>
                    <a:pt x="829075" y="1356338"/>
                  </a:lnTo>
                  <a:lnTo>
                    <a:pt x="782272" y="1364737"/>
                  </a:lnTo>
                  <a:lnTo>
                    <a:pt x="734474" y="1369864"/>
                  </a:lnTo>
                  <a:lnTo>
                    <a:pt x="685800" y="1371600"/>
                  </a:lnTo>
                  <a:lnTo>
                    <a:pt x="637125" y="1369864"/>
                  </a:lnTo>
                  <a:lnTo>
                    <a:pt x="589327" y="1364737"/>
                  </a:lnTo>
                  <a:lnTo>
                    <a:pt x="542524" y="1356338"/>
                  </a:lnTo>
                  <a:lnTo>
                    <a:pt x="496836" y="1344787"/>
                  </a:lnTo>
                  <a:lnTo>
                    <a:pt x="452383" y="1330205"/>
                  </a:lnTo>
                  <a:lnTo>
                    <a:pt x="409285" y="1312710"/>
                  </a:lnTo>
                  <a:lnTo>
                    <a:pt x="367662" y="1292422"/>
                  </a:lnTo>
                  <a:lnTo>
                    <a:pt x="327633" y="1269462"/>
                  </a:lnTo>
                  <a:lnTo>
                    <a:pt x="289318" y="1243949"/>
                  </a:lnTo>
                  <a:lnTo>
                    <a:pt x="252838" y="1216003"/>
                  </a:lnTo>
                  <a:lnTo>
                    <a:pt x="218311" y="1185744"/>
                  </a:lnTo>
                  <a:lnTo>
                    <a:pt x="185858" y="1153291"/>
                  </a:lnTo>
                  <a:lnTo>
                    <a:pt x="155598" y="1118764"/>
                  </a:lnTo>
                  <a:lnTo>
                    <a:pt x="127652" y="1082284"/>
                  </a:lnTo>
                  <a:lnTo>
                    <a:pt x="102138" y="1043969"/>
                  </a:lnTo>
                  <a:lnTo>
                    <a:pt x="79178" y="1003940"/>
                  </a:lnTo>
                  <a:lnTo>
                    <a:pt x="58890" y="962317"/>
                  </a:lnTo>
                  <a:lnTo>
                    <a:pt x="41395" y="919218"/>
                  </a:lnTo>
                  <a:lnTo>
                    <a:pt x="26812" y="874765"/>
                  </a:lnTo>
                  <a:lnTo>
                    <a:pt x="15261" y="829077"/>
                  </a:lnTo>
                  <a:lnTo>
                    <a:pt x="6862" y="782273"/>
                  </a:lnTo>
                  <a:lnTo>
                    <a:pt x="1735" y="734474"/>
                  </a:lnTo>
                  <a:lnTo>
                    <a:pt x="0" y="68580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1029" y="2217470"/>
              <a:ext cx="2801620" cy="2664460"/>
            </a:xfrm>
            <a:custGeom>
              <a:avLst/>
              <a:gdLst/>
              <a:ahLst/>
              <a:cxnLst/>
              <a:rect l="l" t="t" r="r" b="b"/>
              <a:pathLst>
                <a:path w="2801620" h="2664460">
                  <a:moveTo>
                    <a:pt x="2801620" y="0"/>
                  </a:moveTo>
                  <a:lnTo>
                    <a:pt x="0" y="0"/>
                  </a:lnTo>
                  <a:lnTo>
                    <a:pt x="0" y="2664460"/>
                  </a:lnTo>
                  <a:lnTo>
                    <a:pt x="2801620" y="2664460"/>
                  </a:lnTo>
                  <a:lnTo>
                    <a:pt x="28016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320" y="2196871"/>
            <a:ext cx="2788920" cy="265176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128905" rIns="0" bIns="0" rtlCol="0">
            <a:spAutoFit/>
          </a:bodyPr>
          <a:lstStyle/>
          <a:p>
            <a:pPr marR="38100" algn="ctr">
              <a:lnSpc>
                <a:spcPct val="100000"/>
              </a:lnSpc>
              <a:spcBef>
                <a:spcPts val="1015"/>
              </a:spcBef>
            </a:pPr>
            <a:r>
              <a:rPr sz="1600" b="1" dirty="0">
                <a:latin typeface="Arial"/>
                <a:cs typeface="Arial"/>
              </a:rPr>
              <a:t>Demo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R="39370" algn="ctr">
              <a:lnSpc>
                <a:spcPct val="100000"/>
              </a:lnSpc>
              <a:spcBef>
                <a:spcPts val="900"/>
              </a:spcBef>
            </a:pPr>
            <a:r>
              <a:rPr sz="1400" b="1" spc="-10" dirty="0">
                <a:latin typeface="Calibri"/>
                <a:cs typeface="Calibri"/>
              </a:rPr>
              <a:t>CATEGORY-</a:t>
            </a:r>
            <a:r>
              <a:rPr sz="1400" b="1" dirty="0">
                <a:latin typeface="Calibri"/>
                <a:cs typeface="Calibri"/>
              </a:rPr>
              <a:t>WISE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SALES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243204" marR="237490" indent="635" algn="ctr">
              <a:lnSpc>
                <a:spcPct val="100000"/>
              </a:lnSpc>
              <a:spcBef>
                <a:spcPts val="1425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demo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sales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performance </a:t>
            </a:r>
            <a:r>
              <a:rPr sz="1200" dirty="0">
                <a:latin typeface="Calibri"/>
                <a:cs typeface="Calibri"/>
              </a:rPr>
              <a:t>across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different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product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categories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chart.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compare category-</a:t>
            </a:r>
            <a:r>
              <a:rPr sz="1200" dirty="0">
                <a:latin typeface="Calibri"/>
                <a:cs typeface="Calibri"/>
              </a:rPr>
              <a:t>wise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revenue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identify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highest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performing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category.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result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highlights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category </a:t>
            </a:r>
            <a:r>
              <a:rPr sz="1200" dirty="0">
                <a:latin typeface="Calibri"/>
                <a:cs typeface="Calibri"/>
              </a:rPr>
              <a:t>contributes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most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total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sales.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85401" y="1629181"/>
            <a:ext cx="2801620" cy="3253104"/>
            <a:chOff x="3185401" y="1629181"/>
            <a:chExt cx="2801620" cy="3253104"/>
          </a:xfrm>
        </p:grpSpPr>
        <p:sp>
          <p:nvSpPr>
            <p:cNvPr id="10" name="object 10"/>
            <p:cNvSpPr/>
            <p:nvPr/>
          </p:nvSpPr>
          <p:spPr>
            <a:xfrm>
              <a:off x="3922776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7125" y="1735"/>
                  </a:lnTo>
                  <a:lnTo>
                    <a:pt x="589327" y="6862"/>
                  </a:lnTo>
                  <a:lnTo>
                    <a:pt x="542524" y="15261"/>
                  </a:lnTo>
                  <a:lnTo>
                    <a:pt x="496836" y="26812"/>
                  </a:lnTo>
                  <a:lnTo>
                    <a:pt x="452383" y="41394"/>
                  </a:lnTo>
                  <a:lnTo>
                    <a:pt x="409285" y="58889"/>
                  </a:lnTo>
                  <a:lnTo>
                    <a:pt x="367662" y="79177"/>
                  </a:lnTo>
                  <a:lnTo>
                    <a:pt x="327633" y="102137"/>
                  </a:lnTo>
                  <a:lnTo>
                    <a:pt x="289318" y="127650"/>
                  </a:lnTo>
                  <a:lnTo>
                    <a:pt x="252838" y="155596"/>
                  </a:lnTo>
                  <a:lnTo>
                    <a:pt x="218311" y="185855"/>
                  </a:lnTo>
                  <a:lnTo>
                    <a:pt x="185858" y="218308"/>
                  </a:lnTo>
                  <a:lnTo>
                    <a:pt x="155598" y="252835"/>
                  </a:lnTo>
                  <a:lnTo>
                    <a:pt x="127652" y="289315"/>
                  </a:lnTo>
                  <a:lnTo>
                    <a:pt x="102138" y="327630"/>
                  </a:lnTo>
                  <a:lnTo>
                    <a:pt x="79178" y="367659"/>
                  </a:lnTo>
                  <a:lnTo>
                    <a:pt x="58890" y="409282"/>
                  </a:lnTo>
                  <a:lnTo>
                    <a:pt x="41395" y="452381"/>
                  </a:lnTo>
                  <a:lnTo>
                    <a:pt x="26812" y="496834"/>
                  </a:lnTo>
                  <a:lnTo>
                    <a:pt x="15261" y="542522"/>
                  </a:lnTo>
                  <a:lnTo>
                    <a:pt x="6862" y="589326"/>
                  </a:lnTo>
                  <a:lnTo>
                    <a:pt x="1735" y="637125"/>
                  </a:lnTo>
                  <a:lnTo>
                    <a:pt x="0" y="685800"/>
                  </a:lnTo>
                  <a:lnTo>
                    <a:pt x="1735" y="734474"/>
                  </a:lnTo>
                  <a:lnTo>
                    <a:pt x="6862" y="782273"/>
                  </a:lnTo>
                  <a:lnTo>
                    <a:pt x="15261" y="829077"/>
                  </a:lnTo>
                  <a:lnTo>
                    <a:pt x="26812" y="874765"/>
                  </a:lnTo>
                  <a:lnTo>
                    <a:pt x="41395" y="919218"/>
                  </a:lnTo>
                  <a:lnTo>
                    <a:pt x="58890" y="962317"/>
                  </a:lnTo>
                  <a:lnTo>
                    <a:pt x="79178" y="1003940"/>
                  </a:lnTo>
                  <a:lnTo>
                    <a:pt x="102138" y="1043969"/>
                  </a:lnTo>
                  <a:lnTo>
                    <a:pt x="127652" y="1082284"/>
                  </a:lnTo>
                  <a:lnTo>
                    <a:pt x="155598" y="1118764"/>
                  </a:lnTo>
                  <a:lnTo>
                    <a:pt x="185858" y="1153291"/>
                  </a:lnTo>
                  <a:lnTo>
                    <a:pt x="218311" y="1185744"/>
                  </a:lnTo>
                  <a:lnTo>
                    <a:pt x="252838" y="1216003"/>
                  </a:lnTo>
                  <a:lnTo>
                    <a:pt x="289318" y="1243949"/>
                  </a:lnTo>
                  <a:lnTo>
                    <a:pt x="327633" y="1269462"/>
                  </a:lnTo>
                  <a:lnTo>
                    <a:pt x="367662" y="1292422"/>
                  </a:lnTo>
                  <a:lnTo>
                    <a:pt x="409285" y="1312710"/>
                  </a:lnTo>
                  <a:lnTo>
                    <a:pt x="452383" y="1330205"/>
                  </a:lnTo>
                  <a:lnTo>
                    <a:pt x="496836" y="1344787"/>
                  </a:lnTo>
                  <a:lnTo>
                    <a:pt x="542524" y="1356338"/>
                  </a:lnTo>
                  <a:lnTo>
                    <a:pt x="589327" y="1364737"/>
                  </a:lnTo>
                  <a:lnTo>
                    <a:pt x="637125" y="1369864"/>
                  </a:lnTo>
                  <a:lnTo>
                    <a:pt x="685800" y="1371600"/>
                  </a:lnTo>
                  <a:lnTo>
                    <a:pt x="734474" y="1369864"/>
                  </a:lnTo>
                  <a:lnTo>
                    <a:pt x="782272" y="1364737"/>
                  </a:lnTo>
                  <a:lnTo>
                    <a:pt x="829075" y="1356338"/>
                  </a:lnTo>
                  <a:lnTo>
                    <a:pt x="874763" y="1344787"/>
                  </a:lnTo>
                  <a:lnTo>
                    <a:pt x="919216" y="1330205"/>
                  </a:lnTo>
                  <a:lnTo>
                    <a:pt x="962314" y="1312710"/>
                  </a:lnTo>
                  <a:lnTo>
                    <a:pt x="1003937" y="1292422"/>
                  </a:lnTo>
                  <a:lnTo>
                    <a:pt x="1043966" y="1269462"/>
                  </a:lnTo>
                  <a:lnTo>
                    <a:pt x="1082281" y="1243949"/>
                  </a:lnTo>
                  <a:lnTo>
                    <a:pt x="1118761" y="1216003"/>
                  </a:lnTo>
                  <a:lnTo>
                    <a:pt x="1153288" y="1185744"/>
                  </a:lnTo>
                  <a:lnTo>
                    <a:pt x="1185741" y="1153291"/>
                  </a:lnTo>
                  <a:lnTo>
                    <a:pt x="1216001" y="1118764"/>
                  </a:lnTo>
                  <a:lnTo>
                    <a:pt x="1243947" y="1082284"/>
                  </a:lnTo>
                  <a:lnTo>
                    <a:pt x="1269461" y="1043969"/>
                  </a:lnTo>
                  <a:lnTo>
                    <a:pt x="1292421" y="1003940"/>
                  </a:lnTo>
                  <a:lnTo>
                    <a:pt x="1312709" y="962317"/>
                  </a:lnTo>
                  <a:lnTo>
                    <a:pt x="1330204" y="919218"/>
                  </a:lnTo>
                  <a:lnTo>
                    <a:pt x="1344787" y="874765"/>
                  </a:lnTo>
                  <a:lnTo>
                    <a:pt x="1356338" y="829077"/>
                  </a:lnTo>
                  <a:lnTo>
                    <a:pt x="1364737" y="782273"/>
                  </a:lnTo>
                  <a:lnTo>
                    <a:pt x="1369864" y="734474"/>
                  </a:lnTo>
                  <a:lnTo>
                    <a:pt x="1371600" y="685800"/>
                  </a:lnTo>
                  <a:lnTo>
                    <a:pt x="1369864" y="637125"/>
                  </a:lnTo>
                  <a:lnTo>
                    <a:pt x="1364737" y="589326"/>
                  </a:lnTo>
                  <a:lnTo>
                    <a:pt x="1356338" y="542522"/>
                  </a:lnTo>
                  <a:lnTo>
                    <a:pt x="1344787" y="496834"/>
                  </a:lnTo>
                  <a:lnTo>
                    <a:pt x="1330204" y="452381"/>
                  </a:lnTo>
                  <a:lnTo>
                    <a:pt x="1312709" y="409282"/>
                  </a:lnTo>
                  <a:lnTo>
                    <a:pt x="1292421" y="367659"/>
                  </a:lnTo>
                  <a:lnTo>
                    <a:pt x="1269461" y="327630"/>
                  </a:lnTo>
                  <a:lnTo>
                    <a:pt x="1243947" y="289315"/>
                  </a:lnTo>
                  <a:lnTo>
                    <a:pt x="1216001" y="252835"/>
                  </a:lnTo>
                  <a:lnTo>
                    <a:pt x="1185741" y="218308"/>
                  </a:lnTo>
                  <a:lnTo>
                    <a:pt x="1153288" y="185855"/>
                  </a:lnTo>
                  <a:lnTo>
                    <a:pt x="1118761" y="155596"/>
                  </a:lnTo>
                  <a:lnTo>
                    <a:pt x="1082281" y="127650"/>
                  </a:lnTo>
                  <a:lnTo>
                    <a:pt x="1043966" y="102137"/>
                  </a:lnTo>
                  <a:lnTo>
                    <a:pt x="1003937" y="79177"/>
                  </a:lnTo>
                  <a:lnTo>
                    <a:pt x="962314" y="58889"/>
                  </a:lnTo>
                  <a:lnTo>
                    <a:pt x="919216" y="41394"/>
                  </a:lnTo>
                  <a:lnTo>
                    <a:pt x="874763" y="26812"/>
                  </a:lnTo>
                  <a:lnTo>
                    <a:pt x="829075" y="15261"/>
                  </a:lnTo>
                  <a:lnTo>
                    <a:pt x="782272" y="6862"/>
                  </a:lnTo>
                  <a:lnTo>
                    <a:pt x="734474" y="173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22776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35" y="637125"/>
                  </a:lnTo>
                  <a:lnTo>
                    <a:pt x="6862" y="589326"/>
                  </a:lnTo>
                  <a:lnTo>
                    <a:pt x="15261" y="542522"/>
                  </a:lnTo>
                  <a:lnTo>
                    <a:pt x="26812" y="496834"/>
                  </a:lnTo>
                  <a:lnTo>
                    <a:pt x="41395" y="452381"/>
                  </a:lnTo>
                  <a:lnTo>
                    <a:pt x="58890" y="409282"/>
                  </a:lnTo>
                  <a:lnTo>
                    <a:pt x="79178" y="367659"/>
                  </a:lnTo>
                  <a:lnTo>
                    <a:pt x="102138" y="327630"/>
                  </a:lnTo>
                  <a:lnTo>
                    <a:pt x="127652" y="289315"/>
                  </a:lnTo>
                  <a:lnTo>
                    <a:pt x="155598" y="252835"/>
                  </a:lnTo>
                  <a:lnTo>
                    <a:pt x="185858" y="218308"/>
                  </a:lnTo>
                  <a:lnTo>
                    <a:pt x="218311" y="185855"/>
                  </a:lnTo>
                  <a:lnTo>
                    <a:pt x="252838" y="155596"/>
                  </a:lnTo>
                  <a:lnTo>
                    <a:pt x="289318" y="127650"/>
                  </a:lnTo>
                  <a:lnTo>
                    <a:pt x="327633" y="102137"/>
                  </a:lnTo>
                  <a:lnTo>
                    <a:pt x="367662" y="79177"/>
                  </a:lnTo>
                  <a:lnTo>
                    <a:pt x="409285" y="58889"/>
                  </a:lnTo>
                  <a:lnTo>
                    <a:pt x="452383" y="41394"/>
                  </a:lnTo>
                  <a:lnTo>
                    <a:pt x="496836" y="26812"/>
                  </a:lnTo>
                  <a:lnTo>
                    <a:pt x="542524" y="15261"/>
                  </a:lnTo>
                  <a:lnTo>
                    <a:pt x="589327" y="6862"/>
                  </a:lnTo>
                  <a:lnTo>
                    <a:pt x="637125" y="1735"/>
                  </a:lnTo>
                  <a:lnTo>
                    <a:pt x="685800" y="0"/>
                  </a:lnTo>
                  <a:lnTo>
                    <a:pt x="734474" y="1735"/>
                  </a:lnTo>
                  <a:lnTo>
                    <a:pt x="782272" y="6862"/>
                  </a:lnTo>
                  <a:lnTo>
                    <a:pt x="829075" y="15261"/>
                  </a:lnTo>
                  <a:lnTo>
                    <a:pt x="874763" y="26812"/>
                  </a:lnTo>
                  <a:lnTo>
                    <a:pt x="919216" y="41394"/>
                  </a:lnTo>
                  <a:lnTo>
                    <a:pt x="962314" y="58889"/>
                  </a:lnTo>
                  <a:lnTo>
                    <a:pt x="1003937" y="79177"/>
                  </a:lnTo>
                  <a:lnTo>
                    <a:pt x="1043966" y="102137"/>
                  </a:lnTo>
                  <a:lnTo>
                    <a:pt x="1082281" y="127650"/>
                  </a:lnTo>
                  <a:lnTo>
                    <a:pt x="1118761" y="155596"/>
                  </a:lnTo>
                  <a:lnTo>
                    <a:pt x="1153288" y="185855"/>
                  </a:lnTo>
                  <a:lnTo>
                    <a:pt x="1185741" y="218308"/>
                  </a:lnTo>
                  <a:lnTo>
                    <a:pt x="1216001" y="252835"/>
                  </a:lnTo>
                  <a:lnTo>
                    <a:pt x="1243947" y="289315"/>
                  </a:lnTo>
                  <a:lnTo>
                    <a:pt x="1269461" y="327630"/>
                  </a:lnTo>
                  <a:lnTo>
                    <a:pt x="1292421" y="367659"/>
                  </a:lnTo>
                  <a:lnTo>
                    <a:pt x="1312709" y="409282"/>
                  </a:lnTo>
                  <a:lnTo>
                    <a:pt x="1330204" y="452381"/>
                  </a:lnTo>
                  <a:lnTo>
                    <a:pt x="1344787" y="496834"/>
                  </a:lnTo>
                  <a:lnTo>
                    <a:pt x="1356338" y="542522"/>
                  </a:lnTo>
                  <a:lnTo>
                    <a:pt x="1364737" y="589326"/>
                  </a:lnTo>
                  <a:lnTo>
                    <a:pt x="1369864" y="637125"/>
                  </a:lnTo>
                  <a:lnTo>
                    <a:pt x="1371600" y="685800"/>
                  </a:lnTo>
                  <a:lnTo>
                    <a:pt x="1369864" y="734474"/>
                  </a:lnTo>
                  <a:lnTo>
                    <a:pt x="1364737" y="782273"/>
                  </a:lnTo>
                  <a:lnTo>
                    <a:pt x="1356338" y="829077"/>
                  </a:lnTo>
                  <a:lnTo>
                    <a:pt x="1344787" y="874765"/>
                  </a:lnTo>
                  <a:lnTo>
                    <a:pt x="1330204" y="919218"/>
                  </a:lnTo>
                  <a:lnTo>
                    <a:pt x="1312709" y="962317"/>
                  </a:lnTo>
                  <a:lnTo>
                    <a:pt x="1292421" y="1003940"/>
                  </a:lnTo>
                  <a:lnTo>
                    <a:pt x="1269461" y="1043969"/>
                  </a:lnTo>
                  <a:lnTo>
                    <a:pt x="1243947" y="1082284"/>
                  </a:lnTo>
                  <a:lnTo>
                    <a:pt x="1216001" y="1118764"/>
                  </a:lnTo>
                  <a:lnTo>
                    <a:pt x="1185741" y="1153291"/>
                  </a:lnTo>
                  <a:lnTo>
                    <a:pt x="1153288" y="1185744"/>
                  </a:lnTo>
                  <a:lnTo>
                    <a:pt x="1118761" y="1216003"/>
                  </a:lnTo>
                  <a:lnTo>
                    <a:pt x="1082281" y="1243949"/>
                  </a:lnTo>
                  <a:lnTo>
                    <a:pt x="1043966" y="1269462"/>
                  </a:lnTo>
                  <a:lnTo>
                    <a:pt x="1003937" y="1292422"/>
                  </a:lnTo>
                  <a:lnTo>
                    <a:pt x="962314" y="1312710"/>
                  </a:lnTo>
                  <a:lnTo>
                    <a:pt x="919216" y="1330205"/>
                  </a:lnTo>
                  <a:lnTo>
                    <a:pt x="874763" y="1344787"/>
                  </a:lnTo>
                  <a:lnTo>
                    <a:pt x="829075" y="1356338"/>
                  </a:lnTo>
                  <a:lnTo>
                    <a:pt x="782272" y="1364737"/>
                  </a:lnTo>
                  <a:lnTo>
                    <a:pt x="734474" y="1369864"/>
                  </a:lnTo>
                  <a:lnTo>
                    <a:pt x="685800" y="1371600"/>
                  </a:lnTo>
                  <a:lnTo>
                    <a:pt x="637125" y="1369864"/>
                  </a:lnTo>
                  <a:lnTo>
                    <a:pt x="589327" y="1364737"/>
                  </a:lnTo>
                  <a:lnTo>
                    <a:pt x="542524" y="1356338"/>
                  </a:lnTo>
                  <a:lnTo>
                    <a:pt x="496836" y="1344787"/>
                  </a:lnTo>
                  <a:lnTo>
                    <a:pt x="452383" y="1330205"/>
                  </a:lnTo>
                  <a:lnTo>
                    <a:pt x="409285" y="1312710"/>
                  </a:lnTo>
                  <a:lnTo>
                    <a:pt x="367662" y="1292422"/>
                  </a:lnTo>
                  <a:lnTo>
                    <a:pt x="327633" y="1269462"/>
                  </a:lnTo>
                  <a:lnTo>
                    <a:pt x="289318" y="1243949"/>
                  </a:lnTo>
                  <a:lnTo>
                    <a:pt x="252838" y="1216003"/>
                  </a:lnTo>
                  <a:lnTo>
                    <a:pt x="218311" y="1185744"/>
                  </a:lnTo>
                  <a:lnTo>
                    <a:pt x="185858" y="1153291"/>
                  </a:lnTo>
                  <a:lnTo>
                    <a:pt x="155598" y="1118764"/>
                  </a:lnTo>
                  <a:lnTo>
                    <a:pt x="127652" y="1082284"/>
                  </a:lnTo>
                  <a:lnTo>
                    <a:pt x="102138" y="1043969"/>
                  </a:lnTo>
                  <a:lnTo>
                    <a:pt x="79178" y="1003940"/>
                  </a:lnTo>
                  <a:lnTo>
                    <a:pt x="58890" y="962317"/>
                  </a:lnTo>
                  <a:lnTo>
                    <a:pt x="41395" y="919218"/>
                  </a:lnTo>
                  <a:lnTo>
                    <a:pt x="26812" y="874765"/>
                  </a:lnTo>
                  <a:lnTo>
                    <a:pt x="15261" y="829077"/>
                  </a:lnTo>
                  <a:lnTo>
                    <a:pt x="6862" y="782273"/>
                  </a:lnTo>
                  <a:lnTo>
                    <a:pt x="1735" y="734474"/>
                  </a:lnTo>
                  <a:lnTo>
                    <a:pt x="0" y="68580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5401" y="2217470"/>
              <a:ext cx="2801620" cy="2664460"/>
            </a:xfrm>
            <a:custGeom>
              <a:avLst/>
              <a:gdLst/>
              <a:ahLst/>
              <a:cxnLst/>
              <a:rect l="l" t="t" r="r" b="b"/>
              <a:pathLst>
                <a:path w="2801620" h="2664460">
                  <a:moveTo>
                    <a:pt x="2801620" y="0"/>
                  </a:moveTo>
                  <a:lnTo>
                    <a:pt x="0" y="0"/>
                  </a:lnTo>
                  <a:lnTo>
                    <a:pt x="0" y="2664460"/>
                  </a:lnTo>
                  <a:lnTo>
                    <a:pt x="2801620" y="2664460"/>
                  </a:lnTo>
                  <a:lnTo>
                    <a:pt x="28016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218688" y="2196871"/>
            <a:ext cx="2788920" cy="2651760"/>
          </a:xfrm>
          <a:prstGeom prst="rect">
            <a:avLst/>
          </a:prstGeom>
          <a:solidFill>
            <a:srgbClr val="FCF3EC"/>
          </a:solidFill>
        </p:spPr>
        <p:txBody>
          <a:bodyPr vert="horz" wrap="square" lIns="0" tIns="136525" rIns="0" bIns="0" rtlCol="0">
            <a:spAutoFit/>
          </a:bodyPr>
          <a:lstStyle/>
          <a:p>
            <a:pPr algn="ctr">
              <a:lnSpc>
                <a:spcPts val="1889"/>
              </a:lnSpc>
              <a:spcBef>
                <a:spcPts val="1075"/>
              </a:spcBef>
            </a:pPr>
            <a:r>
              <a:rPr sz="1600" b="1" dirty="0">
                <a:latin typeface="Arial"/>
                <a:cs typeface="Arial"/>
              </a:rPr>
              <a:t>Demo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1650"/>
              </a:lnSpc>
            </a:pPr>
            <a:r>
              <a:rPr sz="1400" b="1" dirty="0">
                <a:latin typeface="Calibri"/>
                <a:cs typeface="Calibri"/>
              </a:rPr>
              <a:t>REGIONAL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SALES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400">
              <a:latin typeface="Calibri"/>
              <a:cs typeface="Calibri"/>
            </a:endParaRPr>
          </a:p>
          <a:p>
            <a:pPr marL="228600" marR="29273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demo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displays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sales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distribution </a:t>
            </a:r>
            <a:r>
              <a:rPr sz="1200" dirty="0">
                <a:latin typeface="Calibri"/>
                <a:cs typeface="Calibri"/>
              </a:rPr>
              <a:t>across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regions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pie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chart.</a:t>
            </a:r>
            <a:r>
              <a:rPr sz="1200" spc="-25" dirty="0">
                <a:latin typeface="Calibri"/>
                <a:cs typeface="Calibri"/>
              </a:rPr>
              <a:t> It </a:t>
            </a:r>
            <a:r>
              <a:rPr sz="1200" dirty="0">
                <a:latin typeface="Calibri"/>
                <a:cs typeface="Calibri"/>
              </a:rPr>
              <a:t>helps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comparing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regional </a:t>
            </a:r>
            <a:r>
              <a:rPr sz="1200" dirty="0">
                <a:latin typeface="Calibri"/>
                <a:cs typeface="Calibri"/>
              </a:rPr>
              <a:t>performance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identifying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high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low-</a:t>
            </a:r>
            <a:r>
              <a:rPr sz="1200" dirty="0">
                <a:latin typeface="Calibri"/>
                <a:cs typeface="Calibri"/>
              </a:rPr>
              <a:t>performing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regions.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result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generates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highest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sales.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29769" y="1629181"/>
            <a:ext cx="2801620" cy="3256915"/>
            <a:chOff x="6129769" y="1629181"/>
            <a:chExt cx="2801620" cy="3256915"/>
          </a:xfrm>
        </p:grpSpPr>
        <p:sp>
          <p:nvSpPr>
            <p:cNvPr id="15" name="object 15"/>
            <p:cNvSpPr/>
            <p:nvPr/>
          </p:nvSpPr>
          <p:spPr>
            <a:xfrm>
              <a:off x="6867143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7125" y="1735"/>
                  </a:lnTo>
                  <a:lnTo>
                    <a:pt x="589327" y="6862"/>
                  </a:lnTo>
                  <a:lnTo>
                    <a:pt x="542524" y="15261"/>
                  </a:lnTo>
                  <a:lnTo>
                    <a:pt x="496836" y="26812"/>
                  </a:lnTo>
                  <a:lnTo>
                    <a:pt x="452383" y="41394"/>
                  </a:lnTo>
                  <a:lnTo>
                    <a:pt x="409285" y="58889"/>
                  </a:lnTo>
                  <a:lnTo>
                    <a:pt x="367662" y="79177"/>
                  </a:lnTo>
                  <a:lnTo>
                    <a:pt x="327633" y="102137"/>
                  </a:lnTo>
                  <a:lnTo>
                    <a:pt x="289318" y="127650"/>
                  </a:lnTo>
                  <a:lnTo>
                    <a:pt x="252838" y="155596"/>
                  </a:lnTo>
                  <a:lnTo>
                    <a:pt x="218311" y="185855"/>
                  </a:lnTo>
                  <a:lnTo>
                    <a:pt x="185858" y="218308"/>
                  </a:lnTo>
                  <a:lnTo>
                    <a:pt x="155598" y="252835"/>
                  </a:lnTo>
                  <a:lnTo>
                    <a:pt x="127652" y="289315"/>
                  </a:lnTo>
                  <a:lnTo>
                    <a:pt x="102138" y="327630"/>
                  </a:lnTo>
                  <a:lnTo>
                    <a:pt x="79178" y="367659"/>
                  </a:lnTo>
                  <a:lnTo>
                    <a:pt x="58890" y="409282"/>
                  </a:lnTo>
                  <a:lnTo>
                    <a:pt x="41395" y="452381"/>
                  </a:lnTo>
                  <a:lnTo>
                    <a:pt x="26812" y="496834"/>
                  </a:lnTo>
                  <a:lnTo>
                    <a:pt x="15261" y="542522"/>
                  </a:lnTo>
                  <a:lnTo>
                    <a:pt x="6862" y="589326"/>
                  </a:lnTo>
                  <a:lnTo>
                    <a:pt x="1735" y="637125"/>
                  </a:lnTo>
                  <a:lnTo>
                    <a:pt x="0" y="685800"/>
                  </a:lnTo>
                  <a:lnTo>
                    <a:pt x="1735" y="734474"/>
                  </a:lnTo>
                  <a:lnTo>
                    <a:pt x="6862" y="782273"/>
                  </a:lnTo>
                  <a:lnTo>
                    <a:pt x="15261" y="829077"/>
                  </a:lnTo>
                  <a:lnTo>
                    <a:pt x="26812" y="874765"/>
                  </a:lnTo>
                  <a:lnTo>
                    <a:pt x="41395" y="919218"/>
                  </a:lnTo>
                  <a:lnTo>
                    <a:pt x="58890" y="962317"/>
                  </a:lnTo>
                  <a:lnTo>
                    <a:pt x="79178" y="1003940"/>
                  </a:lnTo>
                  <a:lnTo>
                    <a:pt x="102138" y="1043969"/>
                  </a:lnTo>
                  <a:lnTo>
                    <a:pt x="127652" y="1082284"/>
                  </a:lnTo>
                  <a:lnTo>
                    <a:pt x="155598" y="1118764"/>
                  </a:lnTo>
                  <a:lnTo>
                    <a:pt x="185858" y="1153291"/>
                  </a:lnTo>
                  <a:lnTo>
                    <a:pt x="218311" y="1185744"/>
                  </a:lnTo>
                  <a:lnTo>
                    <a:pt x="252838" y="1216003"/>
                  </a:lnTo>
                  <a:lnTo>
                    <a:pt x="289318" y="1243949"/>
                  </a:lnTo>
                  <a:lnTo>
                    <a:pt x="327633" y="1269462"/>
                  </a:lnTo>
                  <a:lnTo>
                    <a:pt x="367662" y="1292422"/>
                  </a:lnTo>
                  <a:lnTo>
                    <a:pt x="409285" y="1312710"/>
                  </a:lnTo>
                  <a:lnTo>
                    <a:pt x="452383" y="1330205"/>
                  </a:lnTo>
                  <a:lnTo>
                    <a:pt x="496836" y="1344787"/>
                  </a:lnTo>
                  <a:lnTo>
                    <a:pt x="542524" y="1356338"/>
                  </a:lnTo>
                  <a:lnTo>
                    <a:pt x="589327" y="1364737"/>
                  </a:lnTo>
                  <a:lnTo>
                    <a:pt x="637125" y="1369864"/>
                  </a:lnTo>
                  <a:lnTo>
                    <a:pt x="685800" y="1371600"/>
                  </a:lnTo>
                  <a:lnTo>
                    <a:pt x="734474" y="1369864"/>
                  </a:lnTo>
                  <a:lnTo>
                    <a:pt x="782272" y="1364737"/>
                  </a:lnTo>
                  <a:lnTo>
                    <a:pt x="829075" y="1356338"/>
                  </a:lnTo>
                  <a:lnTo>
                    <a:pt x="874763" y="1344787"/>
                  </a:lnTo>
                  <a:lnTo>
                    <a:pt x="919216" y="1330205"/>
                  </a:lnTo>
                  <a:lnTo>
                    <a:pt x="962314" y="1312710"/>
                  </a:lnTo>
                  <a:lnTo>
                    <a:pt x="1003937" y="1292422"/>
                  </a:lnTo>
                  <a:lnTo>
                    <a:pt x="1043966" y="1269462"/>
                  </a:lnTo>
                  <a:lnTo>
                    <a:pt x="1082281" y="1243949"/>
                  </a:lnTo>
                  <a:lnTo>
                    <a:pt x="1118761" y="1216003"/>
                  </a:lnTo>
                  <a:lnTo>
                    <a:pt x="1153288" y="1185744"/>
                  </a:lnTo>
                  <a:lnTo>
                    <a:pt x="1185741" y="1153291"/>
                  </a:lnTo>
                  <a:lnTo>
                    <a:pt x="1216001" y="1118764"/>
                  </a:lnTo>
                  <a:lnTo>
                    <a:pt x="1243947" y="1082284"/>
                  </a:lnTo>
                  <a:lnTo>
                    <a:pt x="1269461" y="1043969"/>
                  </a:lnTo>
                  <a:lnTo>
                    <a:pt x="1292421" y="1003940"/>
                  </a:lnTo>
                  <a:lnTo>
                    <a:pt x="1312709" y="962317"/>
                  </a:lnTo>
                  <a:lnTo>
                    <a:pt x="1330204" y="919218"/>
                  </a:lnTo>
                  <a:lnTo>
                    <a:pt x="1344787" y="874765"/>
                  </a:lnTo>
                  <a:lnTo>
                    <a:pt x="1356338" y="829077"/>
                  </a:lnTo>
                  <a:lnTo>
                    <a:pt x="1364737" y="782273"/>
                  </a:lnTo>
                  <a:lnTo>
                    <a:pt x="1369864" y="734474"/>
                  </a:lnTo>
                  <a:lnTo>
                    <a:pt x="1371600" y="685800"/>
                  </a:lnTo>
                  <a:lnTo>
                    <a:pt x="1369864" y="637125"/>
                  </a:lnTo>
                  <a:lnTo>
                    <a:pt x="1364737" y="589326"/>
                  </a:lnTo>
                  <a:lnTo>
                    <a:pt x="1356338" y="542522"/>
                  </a:lnTo>
                  <a:lnTo>
                    <a:pt x="1344787" y="496834"/>
                  </a:lnTo>
                  <a:lnTo>
                    <a:pt x="1330204" y="452381"/>
                  </a:lnTo>
                  <a:lnTo>
                    <a:pt x="1312709" y="409282"/>
                  </a:lnTo>
                  <a:lnTo>
                    <a:pt x="1292421" y="367659"/>
                  </a:lnTo>
                  <a:lnTo>
                    <a:pt x="1269461" y="327630"/>
                  </a:lnTo>
                  <a:lnTo>
                    <a:pt x="1243947" y="289315"/>
                  </a:lnTo>
                  <a:lnTo>
                    <a:pt x="1216001" y="252835"/>
                  </a:lnTo>
                  <a:lnTo>
                    <a:pt x="1185741" y="218308"/>
                  </a:lnTo>
                  <a:lnTo>
                    <a:pt x="1153288" y="185855"/>
                  </a:lnTo>
                  <a:lnTo>
                    <a:pt x="1118761" y="155596"/>
                  </a:lnTo>
                  <a:lnTo>
                    <a:pt x="1082281" y="127650"/>
                  </a:lnTo>
                  <a:lnTo>
                    <a:pt x="1043966" y="102137"/>
                  </a:lnTo>
                  <a:lnTo>
                    <a:pt x="1003937" y="79177"/>
                  </a:lnTo>
                  <a:lnTo>
                    <a:pt x="962314" y="58889"/>
                  </a:lnTo>
                  <a:lnTo>
                    <a:pt x="919216" y="41394"/>
                  </a:lnTo>
                  <a:lnTo>
                    <a:pt x="874763" y="26812"/>
                  </a:lnTo>
                  <a:lnTo>
                    <a:pt x="829075" y="15261"/>
                  </a:lnTo>
                  <a:lnTo>
                    <a:pt x="782272" y="6862"/>
                  </a:lnTo>
                  <a:lnTo>
                    <a:pt x="734474" y="173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14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67143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35" y="637125"/>
                  </a:lnTo>
                  <a:lnTo>
                    <a:pt x="6862" y="589326"/>
                  </a:lnTo>
                  <a:lnTo>
                    <a:pt x="15261" y="542522"/>
                  </a:lnTo>
                  <a:lnTo>
                    <a:pt x="26812" y="496834"/>
                  </a:lnTo>
                  <a:lnTo>
                    <a:pt x="41395" y="452381"/>
                  </a:lnTo>
                  <a:lnTo>
                    <a:pt x="58890" y="409282"/>
                  </a:lnTo>
                  <a:lnTo>
                    <a:pt x="79178" y="367659"/>
                  </a:lnTo>
                  <a:lnTo>
                    <a:pt x="102138" y="327630"/>
                  </a:lnTo>
                  <a:lnTo>
                    <a:pt x="127652" y="289315"/>
                  </a:lnTo>
                  <a:lnTo>
                    <a:pt x="155598" y="252835"/>
                  </a:lnTo>
                  <a:lnTo>
                    <a:pt x="185858" y="218308"/>
                  </a:lnTo>
                  <a:lnTo>
                    <a:pt x="218311" y="185855"/>
                  </a:lnTo>
                  <a:lnTo>
                    <a:pt x="252838" y="155596"/>
                  </a:lnTo>
                  <a:lnTo>
                    <a:pt x="289318" y="127650"/>
                  </a:lnTo>
                  <a:lnTo>
                    <a:pt x="327633" y="102137"/>
                  </a:lnTo>
                  <a:lnTo>
                    <a:pt x="367662" y="79177"/>
                  </a:lnTo>
                  <a:lnTo>
                    <a:pt x="409285" y="58889"/>
                  </a:lnTo>
                  <a:lnTo>
                    <a:pt x="452383" y="41394"/>
                  </a:lnTo>
                  <a:lnTo>
                    <a:pt x="496836" y="26812"/>
                  </a:lnTo>
                  <a:lnTo>
                    <a:pt x="542524" y="15261"/>
                  </a:lnTo>
                  <a:lnTo>
                    <a:pt x="589327" y="6862"/>
                  </a:lnTo>
                  <a:lnTo>
                    <a:pt x="637125" y="1735"/>
                  </a:lnTo>
                  <a:lnTo>
                    <a:pt x="685800" y="0"/>
                  </a:lnTo>
                  <a:lnTo>
                    <a:pt x="734474" y="1735"/>
                  </a:lnTo>
                  <a:lnTo>
                    <a:pt x="782272" y="6862"/>
                  </a:lnTo>
                  <a:lnTo>
                    <a:pt x="829075" y="15261"/>
                  </a:lnTo>
                  <a:lnTo>
                    <a:pt x="874763" y="26812"/>
                  </a:lnTo>
                  <a:lnTo>
                    <a:pt x="919216" y="41394"/>
                  </a:lnTo>
                  <a:lnTo>
                    <a:pt x="962314" y="58889"/>
                  </a:lnTo>
                  <a:lnTo>
                    <a:pt x="1003937" y="79177"/>
                  </a:lnTo>
                  <a:lnTo>
                    <a:pt x="1043966" y="102137"/>
                  </a:lnTo>
                  <a:lnTo>
                    <a:pt x="1082281" y="127650"/>
                  </a:lnTo>
                  <a:lnTo>
                    <a:pt x="1118761" y="155596"/>
                  </a:lnTo>
                  <a:lnTo>
                    <a:pt x="1153288" y="185855"/>
                  </a:lnTo>
                  <a:lnTo>
                    <a:pt x="1185741" y="218308"/>
                  </a:lnTo>
                  <a:lnTo>
                    <a:pt x="1216001" y="252835"/>
                  </a:lnTo>
                  <a:lnTo>
                    <a:pt x="1243947" y="289315"/>
                  </a:lnTo>
                  <a:lnTo>
                    <a:pt x="1269461" y="327630"/>
                  </a:lnTo>
                  <a:lnTo>
                    <a:pt x="1292421" y="367659"/>
                  </a:lnTo>
                  <a:lnTo>
                    <a:pt x="1312709" y="409282"/>
                  </a:lnTo>
                  <a:lnTo>
                    <a:pt x="1330204" y="452381"/>
                  </a:lnTo>
                  <a:lnTo>
                    <a:pt x="1344787" y="496834"/>
                  </a:lnTo>
                  <a:lnTo>
                    <a:pt x="1356338" y="542522"/>
                  </a:lnTo>
                  <a:lnTo>
                    <a:pt x="1364737" y="589326"/>
                  </a:lnTo>
                  <a:lnTo>
                    <a:pt x="1369864" y="637125"/>
                  </a:lnTo>
                  <a:lnTo>
                    <a:pt x="1371600" y="685800"/>
                  </a:lnTo>
                  <a:lnTo>
                    <a:pt x="1369864" y="734474"/>
                  </a:lnTo>
                  <a:lnTo>
                    <a:pt x="1364737" y="782273"/>
                  </a:lnTo>
                  <a:lnTo>
                    <a:pt x="1356338" y="829077"/>
                  </a:lnTo>
                  <a:lnTo>
                    <a:pt x="1344787" y="874765"/>
                  </a:lnTo>
                  <a:lnTo>
                    <a:pt x="1330204" y="919218"/>
                  </a:lnTo>
                  <a:lnTo>
                    <a:pt x="1312709" y="962317"/>
                  </a:lnTo>
                  <a:lnTo>
                    <a:pt x="1292421" y="1003940"/>
                  </a:lnTo>
                  <a:lnTo>
                    <a:pt x="1269461" y="1043969"/>
                  </a:lnTo>
                  <a:lnTo>
                    <a:pt x="1243947" y="1082284"/>
                  </a:lnTo>
                  <a:lnTo>
                    <a:pt x="1216001" y="1118764"/>
                  </a:lnTo>
                  <a:lnTo>
                    <a:pt x="1185741" y="1153291"/>
                  </a:lnTo>
                  <a:lnTo>
                    <a:pt x="1153288" y="1185744"/>
                  </a:lnTo>
                  <a:lnTo>
                    <a:pt x="1118761" y="1216003"/>
                  </a:lnTo>
                  <a:lnTo>
                    <a:pt x="1082281" y="1243949"/>
                  </a:lnTo>
                  <a:lnTo>
                    <a:pt x="1043966" y="1269462"/>
                  </a:lnTo>
                  <a:lnTo>
                    <a:pt x="1003937" y="1292422"/>
                  </a:lnTo>
                  <a:lnTo>
                    <a:pt x="962314" y="1312710"/>
                  </a:lnTo>
                  <a:lnTo>
                    <a:pt x="919216" y="1330205"/>
                  </a:lnTo>
                  <a:lnTo>
                    <a:pt x="874763" y="1344787"/>
                  </a:lnTo>
                  <a:lnTo>
                    <a:pt x="829075" y="1356338"/>
                  </a:lnTo>
                  <a:lnTo>
                    <a:pt x="782272" y="1364737"/>
                  </a:lnTo>
                  <a:lnTo>
                    <a:pt x="734474" y="1369864"/>
                  </a:lnTo>
                  <a:lnTo>
                    <a:pt x="685800" y="1371600"/>
                  </a:lnTo>
                  <a:lnTo>
                    <a:pt x="637125" y="1369864"/>
                  </a:lnTo>
                  <a:lnTo>
                    <a:pt x="589327" y="1364737"/>
                  </a:lnTo>
                  <a:lnTo>
                    <a:pt x="542524" y="1356338"/>
                  </a:lnTo>
                  <a:lnTo>
                    <a:pt x="496836" y="1344787"/>
                  </a:lnTo>
                  <a:lnTo>
                    <a:pt x="452383" y="1330205"/>
                  </a:lnTo>
                  <a:lnTo>
                    <a:pt x="409285" y="1312710"/>
                  </a:lnTo>
                  <a:lnTo>
                    <a:pt x="367662" y="1292422"/>
                  </a:lnTo>
                  <a:lnTo>
                    <a:pt x="327633" y="1269462"/>
                  </a:lnTo>
                  <a:lnTo>
                    <a:pt x="289318" y="1243949"/>
                  </a:lnTo>
                  <a:lnTo>
                    <a:pt x="252838" y="1216003"/>
                  </a:lnTo>
                  <a:lnTo>
                    <a:pt x="218311" y="1185744"/>
                  </a:lnTo>
                  <a:lnTo>
                    <a:pt x="185858" y="1153291"/>
                  </a:lnTo>
                  <a:lnTo>
                    <a:pt x="155598" y="1118764"/>
                  </a:lnTo>
                  <a:lnTo>
                    <a:pt x="127652" y="1082284"/>
                  </a:lnTo>
                  <a:lnTo>
                    <a:pt x="102138" y="1043969"/>
                  </a:lnTo>
                  <a:lnTo>
                    <a:pt x="79178" y="1003940"/>
                  </a:lnTo>
                  <a:lnTo>
                    <a:pt x="58890" y="962317"/>
                  </a:lnTo>
                  <a:lnTo>
                    <a:pt x="41395" y="919218"/>
                  </a:lnTo>
                  <a:lnTo>
                    <a:pt x="26812" y="874765"/>
                  </a:lnTo>
                  <a:lnTo>
                    <a:pt x="15261" y="829077"/>
                  </a:lnTo>
                  <a:lnTo>
                    <a:pt x="6862" y="782273"/>
                  </a:lnTo>
                  <a:lnTo>
                    <a:pt x="1735" y="734474"/>
                  </a:lnTo>
                  <a:lnTo>
                    <a:pt x="0" y="68580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29769" y="2221064"/>
              <a:ext cx="2801620" cy="2664460"/>
            </a:xfrm>
            <a:custGeom>
              <a:avLst/>
              <a:gdLst/>
              <a:ahLst/>
              <a:cxnLst/>
              <a:rect l="l" t="t" r="r" b="b"/>
              <a:pathLst>
                <a:path w="2801620" h="2664460">
                  <a:moveTo>
                    <a:pt x="2801620" y="0"/>
                  </a:moveTo>
                  <a:lnTo>
                    <a:pt x="0" y="0"/>
                  </a:lnTo>
                  <a:lnTo>
                    <a:pt x="0" y="2664460"/>
                  </a:lnTo>
                  <a:lnTo>
                    <a:pt x="2801620" y="2664460"/>
                  </a:lnTo>
                  <a:lnTo>
                    <a:pt x="28016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63055" y="2200478"/>
            <a:ext cx="2788920" cy="265176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ts val="1889"/>
              </a:lnSpc>
              <a:spcBef>
                <a:spcPts val="1045"/>
              </a:spcBef>
            </a:pPr>
            <a:r>
              <a:rPr sz="1600" b="1" dirty="0">
                <a:latin typeface="Arial"/>
                <a:cs typeface="Arial"/>
              </a:rPr>
              <a:t>Demo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1650"/>
              </a:lnSpc>
            </a:pPr>
            <a:r>
              <a:rPr sz="1400" b="1" dirty="0">
                <a:latin typeface="Calibri"/>
                <a:cs typeface="Calibri"/>
              </a:rPr>
              <a:t>MONTHLY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SALES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TREND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&amp;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SLICERS</a:t>
            </a:r>
            <a:endParaRPr sz="1400">
              <a:latin typeface="Calibri"/>
              <a:cs typeface="Calibri"/>
            </a:endParaRPr>
          </a:p>
          <a:p>
            <a:pPr marL="283210" marR="183515">
              <a:lnSpc>
                <a:spcPct val="100000"/>
              </a:lnSpc>
              <a:spcBef>
                <a:spcPts val="1600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demo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monthly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sales </a:t>
            </a:r>
            <a:r>
              <a:rPr sz="1200" dirty="0">
                <a:latin typeface="Calibri"/>
                <a:cs typeface="Calibri"/>
              </a:rPr>
              <a:t>trends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chart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along</a:t>
            </a:r>
            <a:r>
              <a:rPr sz="1200" spc="-20" dirty="0">
                <a:latin typeface="Calibri"/>
                <a:cs typeface="Calibri"/>
              </a:rPr>
              <a:t> with </a:t>
            </a:r>
            <a:r>
              <a:rPr sz="1200" dirty="0">
                <a:latin typeface="Calibri"/>
                <a:cs typeface="Calibri"/>
              </a:rPr>
              <a:t>interactive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slicers.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filter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region,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category,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segment,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charts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update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dynamically.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result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understanding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sales </a:t>
            </a:r>
            <a:r>
              <a:rPr sz="1200" dirty="0">
                <a:latin typeface="Calibri"/>
                <a:cs typeface="Calibri"/>
              </a:rPr>
              <a:t>patterns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improves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decision- making.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480" y="725576"/>
            <a:ext cx="26200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2200" b="1" dirty="0">
                <a:solidFill>
                  <a:srgbClr val="1B3989"/>
                </a:solidFill>
                <a:latin typeface="Calibri"/>
                <a:cs typeface="Calibri"/>
              </a:rPr>
              <a:t>Video</a:t>
            </a:r>
            <a:r>
              <a:rPr sz="2200" b="1" spc="-45" dirty="0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B3989"/>
                </a:solidFill>
                <a:latin typeface="Calibri"/>
                <a:cs typeface="Calibri"/>
              </a:rPr>
              <a:t>of</a:t>
            </a:r>
            <a:r>
              <a:rPr sz="2200" b="1" spc="-40" dirty="0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B3989"/>
                </a:solidFill>
                <a:latin typeface="Calibri"/>
                <a:cs typeface="Calibri"/>
              </a:rPr>
              <a:t>Project</a:t>
            </a:r>
            <a:r>
              <a:rPr sz="2200" b="1" spc="-40" dirty="0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1B3989"/>
                </a:solidFill>
                <a:latin typeface="Calibri"/>
                <a:cs typeface="Calibri"/>
              </a:rPr>
              <a:t>Demo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3059" y="673100"/>
            <a:ext cx="8437880" cy="4003040"/>
            <a:chOff x="353059" y="673100"/>
            <a:chExt cx="8437880" cy="4003040"/>
          </a:xfrm>
        </p:grpSpPr>
        <p:sp>
          <p:nvSpPr>
            <p:cNvPr id="4" name="object 4"/>
            <p:cNvSpPr/>
            <p:nvPr/>
          </p:nvSpPr>
          <p:spPr>
            <a:xfrm>
              <a:off x="365759" y="1069847"/>
              <a:ext cx="8412480" cy="3594100"/>
            </a:xfrm>
            <a:custGeom>
              <a:avLst/>
              <a:gdLst/>
              <a:ahLst/>
              <a:cxnLst/>
              <a:rect l="l" t="t" r="r" b="b"/>
              <a:pathLst>
                <a:path w="8412480" h="3594100">
                  <a:moveTo>
                    <a:pt x="0" y="3593591"/>
                  </a:moveTo>
                  <a:lnTo>
                    <a:pt x="8412480" y="3593591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3593591"/>
                  </a:lnTo>
                  <a:close/>
                </a:path>
              </a:pathLst>
            </a:custGeom>
            <a:solidFill>
              <a:srgbClr val="EB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759" y="685800"/>
              <a:ext cx="8412480" cy="3977640"/>
            </a:xfrm>
            <a:custGeom>
              <a:avLst/>
              <a:gdLst/>
              <a:ahLst/>
              <a:cxnLst/>
              <a:rect l="l" t="t" r="r" b="b"/>
              <a:pathLst>
                <a:path w="8412480" h="3977640">
                  <a:moveTo>
                    <a:pt x="0" y="0"/>
                  </a:moveTo>
                  <a:lnTo>
                    <a:pt x="8412480" y="0"/>
                  </a:lnTo>
                  <a:lnTo>
                    <a:pt x="8412480" y="3977640"/>
                  </a:lnTo>
                  <a:lnTo>
                    <a:pt x="0" y="3977640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1B39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" y="685800"/>
              <a:ext cx="8412480" cy="384175"/>
            </a:xfrm>
            <a:custGeom>
              <a:avLst/>
              <a:gdLst/>
              <a:ahLst/>
              <a:cxnLst/>
              <a:rect l="l" t="t" r="r" b="b"/>
              <a:pathLst>
                <a:path w="8412480" h="384175">
                  <a:moveTo>
                    <a:pt x="841248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8412480" y="384048"/>
                  </a:lnTo>
                  <a:lnTo>
                    <a:pt x="841248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" y="777239"/>
              <a:ext cx="164592" cy="1645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19" y="777239"/>
              <a:ext cx="164592" cy="1645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19" y="777239"/>
              <a:ext cx="164592" cy="1645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49039" y="182880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822960" y="0"/>
                  </a:moveTo>
                  <a:lnTo>
                    <a:pt x="774908" y="1408"/>
                  </a:lnTo>
                  <a:lnTo>
                    <a:pt x="727548" y="5579"/>
                  </a:lnTo>
                  <a:lnTo>
                    <a:pt x="680959" y="12435"/>
                  </a:lnTo>
                  <a:lnTo>
                    <a:pt x="635221" y="21894"/>
                  </a:lnTo>
                  <a:lnTo>
                    <a:pt x="590414" y="33878"/>
                  </a:lnTo>
                  <a:lnTo>
                    <a:pt x="546618" y="48307"/>
                  </a:lnTo>
                  <a:lnTo>
                    <a:pt x="503911" y="65100"/>
                  </a:lnTo>
                  <a:lnTo>
                    <a:pt x="462375" y="84179"/>
                  </a:lnTo>
                  <a:lnTo>
                    <a:pt x="422087" y="105464"/>
                  </a:lnTo>
                  <a:lnTo>
                    <a:pt x="383129" y="128874"/>
                  </a:lnTo>
                  <a:lnTo>
                    <a:pt x="345580" y="154331"/>
                  </a:lnTo>
                  <a:lnTo>
                    <a:pt x="309519" y="181754"/>
                  </a:lnTo>
                  <a:lnTo>
                    <a:pt x="275026" y="211065"/>
                  </a:lnTo>
                  <a:lnTo>
                    <a:pt x="242181" y="242182"/>
                  </a:lnTo>
                  <a:lnTo>
                    <a:pt x="211064" y="275027"/>
                  </a:lnTo>
                  <a:lnTo>
                    <a:pt x="181754" y="309520"/>
                  </a:lnTo>
                  <a:lnTo>
                    <a:pt x="154330" y="345581"/>
                  </a:lnTo>
                  <a:lnTo>
                    <a:pt x="128874" y="383130"/>
                  </a:lnTo>
                  <a:lnTo>
                    <a:pt x="105463" y="422088"/>
                  </a:lnTo>
                  <a:lnTo>
                    <a:pt x="84179" y="462376"/>
                  </a:lnTo>
                  <a:lnTo>
                    <a:pt x="65100" y="503912"/>
                  </a:lnTo>
                  <a:lnTo>
                    <a:pt x="48307" y="546619"/>
                  </a:lnTo>
                  <a:lnTo>
                    <a:pt x="33878" y="590415"/>
                  </a:lnTo>
                  <a:lnTo>
                    <a:pt x="21894" y="635222"/>
                  </a:lnTo>
                  <a:lnTo>
                    <a:pt x="12435" y="680960"/>
                  </a:lnTo>
                  <a:lnTo>
                    <a:pt x="5579" y="727548"/>
                  </a:lnTo>
                  <a:lnTo>
                    <a:pt x="1408" y="774908"/>
                  </a:lnTo>
                  <a:lnTo>
                    <a:pt x="0" y="822960"/>
                  </a:lnTo>
                  <a:lnTo>
                    <a:pt x="1408" y="871011"/>
                  </a:lnTo>
                  <a:lnTo>
                    <a:pt x="5579" y="918371"/>
                  </a:lnTo>
                  <a:lnTo>
                    <a:pt x="12435" y="964959"/>
                  </a:lnTo>
                  <a:lnTo>
                    <a:pt x="21894" y="1010697"/>
                  </a:lnTo>
                  <a:lnTo>
                    <a:pt x="33878" y="1055504"/>
                  </a:lnTo>
                  <a:lnTo>
                    <a:pt x="48307" y="1099300"/>
                  </a:lnTo>
                  <a:lnTo>
                    <a:pt x="65100" y="1142007"/>
                  </a:lnTo>
                  <a:lnTo>
                    <a:pt x="84179" y="1183543"/>
                  </a:lnTo>
                  <a:lnTo>
                    <a:pt x="105463" y="1223831"/>
                  </a:lnTo>
                  <a:lnTo>
                    <a:pt x="128874" y="1262789"/>
                  </a:lnTo>
                  <a:lnTo>
                    <a:pt x="154330" y="1300338"/>
                  </a:lnTo>
                  <a:lnTo>
                    <a:pt x="181754" y="1336399"/>
                  </a:lnTo>
                  <a:lnTo>
                    <a:pt x="211064" y="1370892"/>
                  </a:lnTo>
                  <a:lnTo>
                    <a:pt x="242181" y="1403737"/>
                  </a:lnTo>
                  <a:lnTo>
                    <a:pt x="275026" y="1434854"/>
                  </a:lnTo>
                  <a:lnTo>
                    <a:pt x="309519" y="1464165"/>
                  </a:lnTo>
                  <a:lnTo>
                    <a:pt x="345580" y="1491588"/>
                  </a:lnTo>
                  <a:lnTo>
                    <a:pt x="383129" y="1517045"/>
                  </a:lnTo>
                  <a:lnTo>
                    <a:pt x="422087" y="1540455"/>
                  </a:lnTo>
                  <a:lnTo>
                    <a:pt x="462375" y="1561740"/>
                  </a:lnTo>
                  <a:lnTo>
                    <a:pt x="503911" y="1580819"/>
                  </a:lnTo>
                  <a:lnTo>
                    <a:pt x="546618" y="1597612"/>
                  </a:lnTo>
                  <a:lnTo>
                    <a:pt x="590414" y="1612041"/>
                  </a:lnTo>
                  <a:lnTo>
                    <a:pt x="635221" y="1624025"/>
                  </a:lnTo>
                  <a:lnTo>
                    <a:pt x="680959" y="1633484"/>
                  </a:lnTo>
                  <a:lnTo>
                    <a:pt x="727548" y="1640340"/>
                  </a:lnTo>
                  <a:lnTo>
                    <a:pt x="774908" y="1644511"/>
                  </a:lnTo>
                  <a:lnTo>
                    <a:pt x="822960" y="1645920"/>
                  </a:lnTo>
                  <a:lnTo>
                    <a:pt x="871011" y="1644511"/>
                  </a:lnTo>
                  <a:lnTo>
                    <a:pt x="918371" y="1640340"/>
                  </a:lnTo>
                  <a:lnTo>
                    <a:pt x="964959" y="1633484"/>
                  </a:lnTo>
                  <a:lnTo>
                    <a:pt x="1010697" y="1624025"/>
                  </a:lnTo>
                  <a:lnTo>
                    <a:pt x="1055504" y="1612041"/>
                  </a:lnTo>
                  <a:lnTo>
                    <a:pt x="1099300" y="1597612"/>
                  </a:lnTo>
                  <a:lnTo>
                    <a:pt x="1142007" y="1580819"/>
                  </a:lnTo>
                  <a:lnTo>
                    <a:pt x="1183543" y="1561740"/>
                  </a:lnTo>
                  <a:lnTo>
                    <a:pt x="1223831" y="1540455"/>
                  </a:lnTo>
                  <a:lnTo>
                    <a:pt x="1262789" y="1517045"/>
                  </a:lnTo>
                  <a:lnTo>
                    <a:pt x="1300338" y="1491588"/>
                  </a:lnTo>
                  <a:lnTo>
                    <a:pt x="1336399" y="1464165"/>
                  </a:lnTo>
                  <a:lnTo>
                    <a:pt x="1370892" y="1434854"/>
                  </a:lnTo>
                  <a:lnTo>
                    <a:pt x="1403737" y="1403737"/>
                  </a:lnTo>
                  <a:lnTo>
                    <a:pt x="1434854" y="1370892"/>
                  </a:lnTo>
                  <a:lnTo>
                    <a:pt x="1464165" y="1336399"/>
                  </a:lnTo>
                  <a:lnTo>
                    <a:pt x="1491588" y="1300338"/>
                  </a:lnTo>
                  <a:lnTo>
                    <a:pt x="1517045" y="1262789"/>
                  </a:lnTo>
                  <a:lnTo>
                    <a:pt x="1540455" y="1223831"/>
                  </a:lnTo>
                  <a:lnTo>
                    <a:pt x="1561740" y="1183543"/>
                  </a:lnTo>
                  <a:lnTo>
                    <a:pt x="1580819" y="1142007"/>
                  </a:lnTo>
                  <a:lnTo>
                    <a:pt x="1597612" y="1099300"/>
                  </a:lnTo>
                  <a:lnTo>
                    <a:pt x="1612041" y="1055504"/>
                  </a:lnTo>
                  <a:lnTo>
                    <a:pt x="1624025" y="1010697"/>
                  </a:lnTo>
                  <a:lnTo>
                    <a:pt x="1633484" y="964959"/>
                  </a:lnTo>
                  <a:lnTo>
                    <a:pt x="1640340" y="918371"/>
                  </a:lnTo>
                  <a:lnTo>
                    <a:pt x="1644511" y="871011"/>
                  </a:lnTo>
                  <a:lnTo>
                    <a:pt x="1645920" y="822960"/>
                  </a:lnTo>
                  <a:lnTo>
                    <a:pt x="1644511" y="774908"/>
                  </a:lnTo>
                  <a:lnTo>
                    <a:pt x="1640340" y="727548"/>
                  </a:lnTo>
                  <a:lnTo>
                    <a:pt x="1633484" y="680960"/>
                  </a:lnTo>
                  <a:lnTo>
                    <a:pt x="1624025" y="635222"/>
                  </a:lnTo>
                  <a:lnTo>
                    <a:pt x="1612041" y="590415"/>
                  </a:lnTo>
                  <a:lnTo>
                    <a:pt x="1597612" y="546619"/>
                  </a:lnTo>
                  <a:lnTo>
                    <a:pt x="1580819" y="503912"/>
                  </a:lnTo>
                  <a:lnTo>
                    <a:pt x="1561740" y="462376"/>
                  </a:lnTo>
                  <a:lnTo>
                    <a:pt x="1540455" y="422088"/>
                  </a:lnTo>
                  <a:lnTo>
                    <a:pt x="1517045" y="383130"/>
                  </a:lnTo>
                  <a:lnTo>
                    <a:pt x="1491588" y="345581"/>
                  </a:lnTo>
                  <a:lnTo>
                    <a:pt x="1464165" y="309520"/>
                  </a:lnTo>
                  <a:lnTo>
                    <a:pt x="1434854" y="275027"/>
                  </a:lnTo>
                  <a:lnTo>
                    <a:pt x="1403737" y="242182"/>
                  </a:lnTo>
                  <a:lnTo>
                    <a:pt x="1370892" y="211065"/>
                  </a:lnTo>
                  <a:lnTo>
                    <a:pt x="1336399" y="181754"/>
                  </a:lnTo>
                  <a:lnTo>
                    <a:pt x="1300338" y="154331"/>
                  </a:lnTo>
                  <a:lnTo>
                    <a:pt x="1262789" y="128874"/>
                  </a:lnTo>
                  <a:lnTo>
                    <a:pt x="1223831" y="105464"/>
                  </a:lnTo>
                  <a:lnTo>
                    <a:pt x="1183543" y="84179"/>
                  </a:lnTo>
                  <a:lnTo>
                    <a:pt x="1142007" y="65100"/>
                  </a:lnTo>
                  <a:lnTo>
                    <a:pt x="1099300" y="48307"/>
                  </a:lnTo>
                  <a:lnTo>
                    <a:pt x="1055504" y="33878"/>
                  </a:lnTo>
                  <a:lnTo>
                    <a:pt x="1010697" y="21894"/>
                  </a:lnTo>
                  <a:lnTo>
                    <a:pt x="964959" y="12435"/>
                  </a:lnTo>
                  <a:lnTo>
                    <a:pt x="918371" y="5579"/>
                  </a:lnTo>
                  <a:lnTo>
                    <a:pt x="871011" y="1408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1B398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325075" y="2247010"/>
            <a:ext cx="4946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▶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9516" y="3902659"/>
            <a:ext cx="23437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5F7C8A"/>
                </a:solidFill>
                <a:latin typeface="Calibri"/>
                <a:cs typeface="Calibri"/>
              </a:rPr>
              <a:t>[Insert</a:t>
            </a:r>
            <a:r>
              <a:rPr sz="1100" i="1" spc="-25" dirty="0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F7C8A"/>
                </a:solidFill>
                <a:latin typeface="Calibri"/>
                <a:cs typeface="Calibri"/>
              </a:rPr>
              <a:t>your</a:t>
            </a:r>
            <a:r>
              <a:rPr sz="1100" i="1" spc="-20" dirty="0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F7C8A"/>
                </a:solidFill>
                <a:latin typeface="Calibri"/>
                <a:cs typeface="Calibri"/>
              </a:rPr>
              <a:t>project</a:t>
            </a:r>
            <a:r>
              <a:rPr sz="1100" i="1" spc="-20" dirty="0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F7C8A"/>
                </a:solidFill>
                <a:latin typeface="Calibri"/>
                <a:cs typeface="Calibri"/>
              </a:rPr>
              <a:t>demo</a:t>
            </a:r>
            <a:r>
              <a:rPr sz="1100" i="1" spc="-20" dirty="0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5F7C8A"/>
                </a:solidFill>
                <a:latin typeface="Calibri"/>
                <a:cs typeface="Calibri"/>
              </a:rPr>
              <a:t>video.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i="1" dirty="0">
                <a:solidFill>
                  <a:srgbClr val="5F7C8A"/>
                </a:solidFill>
                <a:latin typeface="Calibri"/>
                <a:cs typeface="Calibri"/>
              </a:rPr>
              <a:t>You</a:t>
            </a:r>
            <a:r>
              <a:rPr sz="1100" i="1" spc="-15" dirty="0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F7C8A"/>
                </a:solidFill>
                <a:latin typeface="Calibri"/>
                <a:cs typeface="Calibri"/>
              </a:rPr>
              <a:t>can</a:t>
            </a:r>
            <a:r>
              <a:rPr sz="1100" i="1" spc="-15" dirty="0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F7C8A"/>
                </a:solidFill>
                <a:latin typeface="Calibri"/>
                <a:cs typeface="Calibri"/>
              </a:rPr>
              <a:t>embed</a:t>
            </a:r>
            <a:r>
              <a:rPr sz="1100" i="1" spc="-10" dirty="0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F7C8A"/>
                </a:solidFill>
                <a:latin typeface="Calibri"/>
                <a:cs typeface="Calibri"/>
              </a:rPr>
              <a:t>a</a:t>
            </a:r>
            <a:r>
              <a:rPr sz="1100" i="1" spc="-15" dirty="0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F7C8A"/>
                </a:solidFill>
                <a:latin typeface="Calibri"/>
                <a:cs typeface="Calibri"/>
              </a:rPr>
              <a:t>video</a:t>
            </a:r>
            <a:r>
              <a:rPr sz="1100" i="1" spc="-10" dirty="0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F7C8A"/>
                </a:solidFill>
                <a:latin typeface="Calibri"/>
                <a:cs typeface="Calibri"/>
              </a:rPr>
              <a:t>your</a:t>
            </a:r>
            <a:r>
              <a:rPr sz="1100" i="1" spc="-15" dirty="0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F7C8A"/>
                </a:solidFill>
                <a:latin typeface="Calibri"/>
                <a:cs typeface="Calibri"/>
              </a:rPr>
              <a:t>live</a:t>
            </a:r>
            <a:r>
              <a:rPr sz="1100" i="1" spc="-10" dirty="0">
                <a:solidFill>
                  <a:srgbClr val="5F7C8A"/>
                </a:solidFill>
                <a:latin typeface="Calibri"/>
                <a:cs typeface="Calibri"/>
              </a:rPr>
              <a:t> project.]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761" y="1131745"/>
            <a:ext cx="8412480" cy="35387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219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226" y="1104941"/>
            <a:ext cx="4568190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successfully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demonstrates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raw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sales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transformed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meaningful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insights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using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analysis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visualization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techniques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Microsoft </a:t>
            </a:r>
            <a:r>
              <a:rPr sz="1600" dirty="0">
                <a:latin typeface="Calibri"/>
                <a:cs typeface="Calibri"/>
              </a:rPr>
              <a:t>Excel.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applying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cleaning,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pivot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tables,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charts,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important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trends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patterns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identified </a:t>
            </a:r>
            <a:r>
              <a:rPr sz="1600" dirty="0">
                <a:latin typeface="Calibri"/>
                <a:cs typeface="Calibri"/>
              </a:rPr>
              <a:t>across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categories,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regions,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time.</a:t>
            </a:r>
            <a:endParaRPr sz="1600">
              <a:latin typeface="Calibri"/>
              <a:cs typeface="Calibri"/>
            </a:endParaRPr>
          </a:p>
          <a:p>
            <a:pPr marL="12700" marR="217804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interactive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dashboard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user- </a:t>
            </a:r>
            <a:r>
              <a:rPr sz="1600" dirty="0">
                <a:latin typeface="Calibri"/>
                <a:cs typeface="Calibri"/>
              </a:rPr>
              <a:t>friendly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monitor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performance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indicators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supports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better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decision-</a:t>
            </a:r>
            <a:r>
              <a:rPr sz="1600" dirty="0">
                <a:latin typeface="Calibri"/>
                <a:cs typeface="Calibri"/>
              </a:rPr>
              <a:t>making.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Overall,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highlights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importance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data-driven </a:t>
            </a:r>
            <a:r>
              <a:rPr sz="1600" dirty="0">
                <a:latin typeface="Calibri"/>
                <a:cs typeface="Calibri"/>
              </a:rPr>
              <a:t>approach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improving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business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performance, </a:t>
            </a:r>
            <a:r>
              <a:rPr sz="1600" dirty="0">
                <a:latin typeface="Calibri"/>
                <a:cs typeface="Calibri"/>
              </a:rPr>
              <a:t>increasing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efficiency,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revenue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growth.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8485" y="1221837"/>
            <a:ext cx="3131245" cy="30590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312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35" dirty="0"/>
              <a:t> </a:t>
            </a:r>
            <a:r>
              <a:rPr spc="-20" dirty="0"/>
              <a:t>Scope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project</a:t>
            </a:r>
            <a:r>
              <a:rPr spc="-30" dirty="0"/>
              <a:t> </a:t>
            </a:r>
            <a:r>
              <a:rPr dirty="0"/>
              <a:t>can</a:t>
            </a:r>
            <a:r>
              <a:rPr spc="-3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further</a:t>
            </a:r>
            <a:r>
              <a:rPr spc="-30" dirty="0"/>
              <a:t> </a:t>
            </a:r>
            <a:r>
              <a:rPr dirty="0"/>
              <a:t>enhanced</a:t>
            </a:r>
            <a:r>
              <a:rPr spc="-30" dirty="0"/>
              <a:t> </a:t>
            </a:r>
            <a:r>
              <a:rPr dirty="0"/>
              <a:t>by</a:t>
            </a:r>
            <a:r>
              <a:rPr spc="-30" dirty="0"/>
              <a:t> </a:t>
            </a:r>
            <a:r>
              <a:rPr dirty="0"/>
              <a:t>using</a:t>
            </a:r>
            <a:r>
              <a:rPr spc="-35" dirty="0"/>
              <a:t> </a:t>
            </a:r>
            <a:r>
              <a:rPr spc="-10" dirty="0"/>
              <a:t>advanced </a:t>
            </a:r>
            <a:r>
              <a:rPr dirty="0"/>
              <a:t>features</a:t>
            </a:r>
            <a:r>
              <a:rPr spc="-40" dirty="0"/>
              <a:t> </a:t>
            </a:r>
            <a:r>
              <a:rPr dirty="0"/>
              <a:t>within</a:t>
            </a:r>
            <a:r>
              <a:rPr spc="-35" dirty="0"/>
              <a:t> </a:t>
            </a:r>
            <a:r>
              <a:rPr dirty="0"/>
              <a:t>Microsoft</a:t>
            </a:r>
            <a:r>
              <a:rPr spc="-40" dirty="0"/>
              <a:t> </a:t>
            </a:r>
            <a:r>
              <a:rPr dirty="0"/>
              <a:t>Excel,</a:t>
            </a:r>
            <a:r>
              <a:rPr spc="-35" dirty="0"/>
              <a:t> </a:t>
            </a:r>
            <a:r>
              <a:rPr dirty="0"/>
              <a:t>such</a:t>
            </a:r>
            <a:r>
              <a:rPr spc="-4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Power</a:t>
            </a:r>
            <a:r>
              <a:rPr spc="-40" dirty="0"/>
              <a:t> </a:t>
            </a:r>
            <a:r>
              <a:rPr spc="-10" dirty="0"/>
              <a:t>Query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advanced</a:t>
            </a:r>
            <a:r>
              <a:rPr spc="-30" dirty="0"/>
              <a:t> </a:t>
            </a:r>
            <a:r>
              <a:rPr dirty="0"/>
              <a:t>dashboard</a:t>
            </a:r>
            <a:r>
              <a:rPr spc="-30" dirty="0"/>
              <a:t> </a:t>
            </a:r>
            <a:r>
              <a:rPr dirty="0"/>
              <a:t>techniques,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handle</a:t>
            </a:r>
            <a:r>
              <a:rPr spc="-35" dirty="0"/>
              <a:t> </a:t>
            </a:r>
            <a:r>
              <a:rPr spc="-10" dirty="0"/>
              <a:t>larger </a:t>
            </a:r>
            <a:r>
              <a:rPr dirty="0"/>
              <a:t>datasets</a:t>
            </a:r>
            <a:r>
              <a:rPr spc="-40" dirty="0"/>
              <a:t> </a:t>
            </a:r>
            <a:r>
              <a:rPr dirty="0"/>
              <a:t>more</a:t>
            </a:r>
            <a:r>
              <a:rPr spc="-40" dirty="0"/>
              <a:t> </a:t>
            </a:r>
            <a:r>
              <a:rPr spc="-10" dirty="0"/>
              <a:t>efficiently.</a:t>
            </a:r>
          </a:p>
          <a:p>
            <a:pPr marL="12700" marR="105410">
              <a:lnSpc>
                <a:spcPct val="100000"/>
              </a:lnSpc>
            </a:pP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future,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project</a:t>
            </a:r>
            <a:r>
              <a:rPr spc="-25" dirty="0"/>
              <a:t> </a:t>
            </a:r>
            <a:r>
              <a:rPr dirty="0"/>
              <a:t>can</a:t>
            </a:r>
            <a:r>
              <a:rPr spc="-25" dirty="0"/>
              <a:t> </a:t>
            </a:r>
            <a:r>
              <a:rPr dirty="0"/>
              <a:t>also</a:t>
            </a:r>
            <a:r>
              <a:rPr spc="-25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extended</a:t>
            </a:r>
            <a:r>
              <a:rPr spc="-25" dirty="0"/>
              <a:t> by </a:t>
            </a:r>
            <a:r>
              <a:rPr dirty="0"/>
              <a:t>integrating</a:t>
            </a:r>
            <a:r>
              <a:rPr spc="-20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1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provide</a:t>
            </a:r>
            <a:r>
              <a:rPr spc="-15" dirty="0"/>
              <a:t> </a:t>
            </a:r>
            <a:r>
              <a:rPr spc="-10" dirty="0"/>
              <a:t>up-to-</a:t>
            </a:r>
            <a:r>
              <a:rPr spc="-20" dirty="0"/>
              <a:t>date </a:t>
            </a:r>
            <a:r>
              <a:rPr dirty="0"/>
              <a:t>insights.</a:t>
            </a:r>
            <a:r>
              <a:rPr spc="-40" dirty="0"/>
              <a:t> </a:t>
            </a:r>
            <a:r>
              <a:rPr dirty="0"/>
              <a:t>Additionally,</a:t>
            </a:r>
            <a:r>
              <a:rPr spc="-35" dirty="0"/>
              <a:t> </a:t>
            </a:r>
            <a:r>
              <a:rPr dirty="0"/>
              <a:t>advanced</a:t>
            </a:r>
            <a:r>
              <a:rPr spc="-35" dirty="0"/>
              <a:t> </a:t>
            </a:r>
            <a:r>
              <a:rPr dirty="0"/>
              <a:t>tools</a:t>
            </a:r>
            <a:r>
              <a:rPr spc="-35" dirty="0"/>
              <a:t> </a:t>
            </a:r>
            <a:r>
              <a:rPr dirty="0"/>
              <a:t>like</a:t>
            </a:r>
            <a:r>
              <a:rPr spc="-40" dirty="0"/>
              <a:t> </a:t>
            </a:r>
            <a:r>
              <a:rPr dirty="0"/>
              <a:t>Power</a:t>
            </a:r>
            <a:r>
              <a:rPr spc="-35" dirty="0"/>
              <a:t> </a:t>
            </a:r>
            <a:r>
              <a:rPr dirty="0"/>
              <a:t>BI</a:t>
            </a:r>
            <a:r>
              <a:rPr spc="-35" dirty="0"/>
              <a:t> </a:t>
            </a:r>
            <a:r>
              <a:rPr spc="-25" dirty="0"/>
              <a:t>can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used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create</a:t>
            </a:r>
            <a:r>
              <a:rPr spc="-30" dirty="0"/>
              <a:t> </a:t>
            </a:r>
            <a:r>
              <a:rPr dirty="0"/>
              <a:t>more</a:t>
            </a:r>
            <a:r>
              <a:rPr spc="-25" dirty="0"/>
              <a:t> </a:t>
            </a:r>
            <a:r>
              <a:rPr dirty="0"/>
              <a:t>interactive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dynamic dashboards.</a:t>
            </a:r>
          </a:p>
          <a:p>
            <a:pPr marL="12700" marR="9525">
              <a:lnSpc>
                <a:spcPct val="100000"/>
              </a:lnSpc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project</a:t>
            </a:r>
            <a:r>
              <a:rPr spc="-25" dirty="0"/>
              <a:t> </a:t>
            </a:r>
            <a:r>
              <a:rPr dirty="0"/>
              <a:t>can</a:t>
            </a:r>
            <a:r>
              <a:rPr spc="-30" dirty="0"/>
              <a:t> </a:t>
            </a:r>
            <a:r>
              <a:rPr dirty="0"/>
              <a:t>also</a:t>
            </a:r>
            <a:r>
              <a:rPr spc="-25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improved</a:t>
            </a:r>
            <a:r>
              <a:rPr spc="-25" dirty="0"/>
              <a:t> </a:t>
            </a:r>
            <a:r>
              <a:rPr dirty="0"/>
              <a:t>by</a:t>
            </a:r>
            <a:r>
              <a:rPr spc="-30" dirty="0"/>
              <a:t> </a:t>
            </a:r>
            <a:r>
              <a:rPr dirty="0"/>
              <a:t>applying</a:t>
            </a:r>
            <a:r>
              <a:rPr spc="-25" dirty="0"/>
              <a:t> </a:t>
            </a:r>
            <a:r>
              <a:rPr spc="-10" dirty="0"/>
              <a:t>predictive </a:t>
            </a:r>
            <a:r>
              <a:rPr dirty="0"/>
              <a:t>analysis</a:t>
            </a:r>
            <a:r>
              <a:rPr spc="-35" dirty="0"/>
              <a:t> </a:t>
            </a:r>
            <a:r>
              <a:rPr dirty="0"/>
              <a:t>techniques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forecast</a:t>
            </a:r>
            <a:r>
              <a:rPr spc="-35" dirty="0"/>
              <a:t> </a:t>
            </a:r>
            <a:r>
              <a:rPr dirty="0"/>
              <a:t>future</a:t>
            </a:r>
            <a:r>
              <a:rPr spc="-35" dirty="0"/>
              <a:t> </a:t>
            </a:r>
            <a:r>
              <a:rPr dirty="0"/>
              <a:t>sales</a:t>
            </a:r>
            <a:r>
              <a:rPr spc="-35" dirty="0"/>
              <a:t> </a:t>
            </a:r>
            <a:r>
              <a:rPr dirty="0"/>
              <a:t>trends</a:t>
            </a:r>
            <a:r>
              <a:rPr spc="-35" dirty="0"/>
              <a:t> </a:t>
            </a:r>
            <a:r>
              <a:rPr spc="-25" dirty="0"/>
              <a:t>and </a:t>
            </a:r>
            <a:r>
              <a:rPr dirty="0"/>
              <a:t>support</a:t>
            </a:r>
            <a:r>
              <a:rPr spc="-45" dirty="0"/>
              <a:t> </a:t>
            </a:r>
            <a:r>
              <a:rPr dirty="0"/>
              <a:t>better</a:t>
            </a:r>
            <a:r>
              <a:rPr spc="-40" dirty="0"/>
              <a:t> </a:t>
            </a:r>
            <a:r>
              <a:rPr spc="-10" dirty="0"/>
              <a:t>decision-making.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1639" y="879613"/>
            <a:ext cx="4512360" cy="3384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6745" algn="l"/>
                <a:tab pos="2117725" algn="l"/>
              </a:tabLst>
            </a:pPr>
            <a:r>
              <a:rPr sz="1400" spc="-10" dirty="0">
                <a:latin typeface="Arial"/>
                <a:cs typeface="Arial"/>
              </a:rPr>
              <a:t>A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C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400" spc="4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w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0" dirty="0">
                <a:latin typeface="Arial"/>
                <a:cs typeface="Arial"/>
              </a:rPr>
              <a:t>|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10" dirty="0">
                <a:latin typeface="Arial"/>
                <a:cs typeface="Arial"/>
              </a:rPr>
              <a:t>S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39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39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3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400">
              <a:latin typeface="Arial"/>
              <a:cs typeface="Arial"/>
            </a:endParaRPr>
          </a:p>
          <a:p>
            <a:pPr marL="101600" algn="ctr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LinkedIn</a:t>
            </a:r>
            <a:r>
              <a:rPr sz="1100" spc="2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|</a:t>
            </a:r>
            <a:r>
              <a:rPr sz="1100" spc="125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Edunet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Foundation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</a:tabLst>
            </a:pPr>
            <a:r>
              <a:rPr sz="5000" spc="-10" dirty="0">
                <a:solidFill>
                  <a:srgbClr val="0D358D"/>
                </a:solidFill>
              </a:rPr>
              <a:t>Thank</a:t>
            </a:r>
            <a:r>
              <a:rPr sz="5000" dirty="0">
                <a:solidFill>
                  <a:srgbClr val="0D358D"/>
                </a:solidFill>
              </a:rPr>
              <a:t>	</a:t>
            </a:r>
            <a:r>
              <a:rPr sz="5000" spc="-25" dirty="0">
                <a:solidFill>
                  <a:srgbClr val="0D358D"/>
                </a:solidFill>
              </a:rPr>
              <a:t>You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D358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1015</Words>
  <Application>Microsoft Office PowerPoint</Application>
  <PresentationFormat>On-screen Show (16:9)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Lucida Sans Unicode</vt:lpstr>
      <vt:lpstr>Office Theme</vt:lpstr>
      <vt:lpstr>PowerPoint Presentation</vt:lpstr>
      <vt:lpstr>Unlocking Sales Insights for Revenue Growth</vt:lpstr>
      <vt:lpstr>Outline</vt:lpstr>
      <vt:lpstr>Abstract</vt:lpstr>
      <vt:lpstr>Problem Statement</vt:lpstr>
      <vt:lpstr>Proposed Solution</vt:lpstr>
      <vt:lpstr>System Architecture</vt:lpstr>
      <vt:lpstr>Live Demo of Project</vt:lpstr>
      <vt:lpstr>▶</vt:lpstr>
      <vt:lpstr>Conclusion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BORA USHA</cp:lastModifiedBy>
  <cp:revision>1</cp:revision>
  <dcterms:created xsi:type="dcterms:W3CDTF">2026-03-30T04:31:35Z</dcterms:created>
  <dcterms:modified xsi:type="dcterms:W3CDTF">2026-03-30T04:32:22Z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LastSaved">
    <vt:filetime>2026-03-30T00:00:00Z</vt:filetime>
  </property>
  <property fmtid="{D5CDD505-2E9C-101B-9397-08002B2CF9AE}" pid="4" name="Producer">
    <vt:lpwstr>3-Heights(TM) PDF Security Shell 4.8.25.2 (http://www.pdf-tools.com)</vt:lpwstr>
  </property>
</Properties>
</file>